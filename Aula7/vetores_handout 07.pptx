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5765800" cy="3244850"/>
  <p:notesSz cx="5765800" cy="32448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63" d="100"/>
          <a:sy n="163" d="100"/>
        </p:scale>
        <p:origin x="874" y="101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ILHERME DUARTE DE BARROS" userId="a2c79776-eeef-42d8-b602-835425da4449" providerId="ADAL" clId="{040DF2E2-7FDD-4D06-A51D-C27E16644E91}"/>
    <pc:docChg chg="modSld">
      <pc:chgData name="GUILHERME DUARTE DE BARROS" userId="a2c79776-eeef-42d8-b602-835425da4449" providerId="ADAL" clId="{040DF2E2-7FDD-4D06-A51D-C27E16644E91}" dt="2025-03-19T14:35:10.685" v="1" actId="20577"/>
      <pc:docMkLst>
        <pc:docMk/>
      </pc:docMkLst>
      <pc:sldChg chg="modSp mod">
        <pc:chgData name="GUILHERME DUARTE DE BARROS" userId="a2c79776-eeef-42d8-b602-835425da4449" providerId="ADAL" clId="{040DF2E2-7FDD-4D06-A51D-C27E16644E91}" dt="2025-03-19T14:35:05.548" v="0" actId="20577"/>
        <pc:sldMkLst>
          <pc:docMk/>
          <pc:sldMk cId="0" sldId="256"/>
        </pc:sldMkLst>
        <pc:spChg chg="mod">
          <ac:chgData name="GUILHERME DUARTE DE BARROS" userId="a2c79776-eeef-42d8-b602-835425da4449" providerId="ADAL" clId="{040DF2E2-7FDD-4D06-A51D-C27E16644E91}" dt="2025-03-19T14:35:05.548" v="0" actId="20577"/>
          <ac:spMkLst>
            <pc:docMk/>
            <pc:sldMk cId="0" sldId="256"/>
            <ac:spMk id="3" creationId="{00000000-0000-0000-0000-000000000000}"/>
          </ac:spMkLst>
        </pc:spChg>
      </pc:sldChg>
      <pc:sldChg chg="modSp mod">
        <pc:chgData name="GUILHERME DUARTE DE BARROS" userId="a2c79776-eeef-42d8-b602-835425da4449" providerId="ADAL" clId="{040DF2E2-7FDD-4D06-A51D-C27E16644E91}" dt="2025-03-19T14:35:10.685" v="1" actId="20577"/>
        <pc:sldMkLst>
          <pc:docMk/>
          <pc:sldMk cId="0" sldId="285"/>
        </pc:sldMkLst>
        <pc:spChg chg="mod">
          <ac:chgData name="GUILHERME DUARTE DE BARROS" userId="a2c79776-eeef-42d8-b602-835425da4449" providerId="ADAL" clId="{040DF2E2-7FDD-4D06-A51D-C27E16644E91}" dt="2025-03-19T14:35:10.685" v="1" actId="20577"/>
          <ac:spMkLst>
            <pc:docMk/>
            <pc:sldMk cId="0" sldId="285"/>
            <ac:spMk id="2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520200" cy="3239998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863"/>
            <a:ext cx="3190652" cy="266223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885224" y="1287964"/>
            <a:ext cx="2490470" cy="3403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rgbClr val="00AC8C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864870" y="1817116"/>
            <a:ext cx="4036060" cy="8112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rgbClr val="009380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120"/>
              </a:spcBef>
            </a:pPr>
            <a:fld id="{81D60167-4931-47E6-BA6A-407CBD079E47}" type="slidenum">
              <a:rPr spc="-25" dirty="0"/>
              <a:t>‹nº›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00AC8C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rgbClr val="009380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120"/>
              </a:spcBef>
            </a:pPr>
            <a:fld id="{81D60167-4931-47E6-BA6A-407CBD079E47}" type="slidenum">
              <a:rPr spc="-25" dirty="0"/>
              <a:t>‹nº›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00AC8C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88290" y="746315"/>
            <a:ext cx="2508123" cy="21416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969387" y="746315"/>
            <a:ext cx="2508123" cy="21416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3/19/2025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rgbClr val="009380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120"/>
              </a:spcBef>
            </a:pPr>
            <a:fld id="{81D60167-4931-47E6-BA6A-407CBD079E47}" type="slidenum">
              <a:rPr spc="-25" dirty="0"/>
              <a:t>‹nº›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00AC8C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3/19/2025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rgbClr val="009380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120"/>
              </a:spcBef>
            </a:pPr>
            <a:fld id="{81D60167-4931-47E6-BA6A-407CBD079E47}" type="slidenum">
              <a:rPr spc="-25" dirty="0"/>
              <a:t>‹nº›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5760085" cy="3240405"/>
          </a:xfrm>
          <a:custGeom>
            <a:avLst/>
            <a:gdLst/>
            <a:ahLst/>
            <a:cxnLst/>
            <a:rect l="l" t="t" r="r" b="b"/>
            <a:pathLst>
              <a:path w="5760085" h="3240405">
                <a:moveTo>
                  <a:pt x="5759996" y="0"/>
                </a:moveTo>
                <a:lnTo>
                  <a:pt x="0" y="0"/>
                </a:lnTo>
                <a:lnTo>
                  <a:pt x="0" y="3239998"/>
                </a:lnTo>
                <a:lnTo>
                  <a:pt x="5759996" y="3239998"/>
                </a:lnTo>
                <a:lnTo>
                  <a:pt x="5759996" y="0"/>
                </a:lnTo>
                <a:close/>
              </a:path>
            </a:pathLst>
          </a:custGeom>
          <a:solidFill>
            <a:srgbClr val="00AC8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3/19/2025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rgbClr val="009380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120"/>
              </a:spcBef>
            </a:pPr>
            <a:fld id="{81D60167-4931-47E6-BA6A-407CBD079E47}" type="slidenum">
              <a:rPr spc="-25" dirty="0"/>
              <a:t>‹nº›</a:t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-12"/>
            <a:ext cx="5760085" cy="76200"/>
          </a:xfrm>
          <a:custGeom>
            <a:avLst/>
            <a:gdLst/>
            <a:ahLst/>
            <a:cxnLst/>
            <a:rect l="l" t="t" r="r" b="b"/>
            <a:pathLst>
              <a:path w="5760085" h="76200">
                <a:moveTo>
                  <a:pt x="5759996" y="0"/>
                </a:moveTo>
                <a:lnTo>
                  <a:pt x="0" y="0"/>
                </a:lnTo>
                <a:lnTo>
                  <a:pt x="0" y="75920"/>
                </a:lnTo>
                <a:lnTo>
                  <a:pt x="5759996" y="75920"/>
                </a:lnTo>
                <a:lnTo>
                  <a:pt x="5759996" y="0"/>
                </a:lnTo>
                <a:close/>
              </a:path>
            </a:pathLst>
          </a:custGeom>
          <a:solidFill>
            <a:srgbClr val="00AC8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5300" y="137868"/>
            <a:ext cx="3043555" cy="244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rgbClr val="00AC8C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83738" y="1181635"/>
            <a:ext cx="2903220" cy="16630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960372" y="3017710"/>
            <a:ext cx="1845056" cy="1622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288290" y="3017710"/>
            <a:ext cx="1326134" cy="1622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51640" y="3027340"/>
            <a:ext cx="219075" cy="1892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1" i="0">
                <a:solidFill>
                  <a:srgbClr val="009380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120"/>
              </a:spcBef>
            </a:pPr>
            <a:fld id="{81D60167-4931-47E6-BA6A-407CBD079E47}" type="slidenum">
              <a:rPr spc="-25" dirty="0"/>
              <a:t>‹nº›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17.xml"/><Relationship Id="rId2" Type="http://schemas.openxmlformats.org/officeDocument/2006/relationships/slide" Target="slide3.xml"/><Relationship Id="rId1" Type="http://schemas.openxmlformats.org/officeDocument/2006/relationships/slideLayout" Target="../slideLayouts/slideLayout5.xml"/><Relationship Id="rId5" Type="http://schemas.openxmlformats.org/officeDocument/2006/relationships/slide" Target="slide26.xml"/><Relationship Id="rId4" Type="http://schemas.openxmlformats.org/officeDocument/2006/relationships/slide" Target="slide2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" Target="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" Target="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" Target="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3622255" cy="3239998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39700" y="1851025"/>
            <a:ext cx="5304575" cy="1017138"/>
          </a:xfrm>
          <a:prstGeom prst="rect">
            <a:avLst/>
          </a:prstGeom>
        </p:spPr>
        <p:txBody>
          <a:bodyPr vert="horz" wrap="square" lIns="0" tIns="132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40"/>
              </a:spcBef>
            </a:pPr>
            <a:r>
              <a:rPr sz="2050" b="1" dirty="0">
                <a:solidFill>
                  <a:srgbClr val="FFFFFF"/>
                </a:solidFill>
                <a:latin typeface="Times New Roman"/>
                <a:cs typeface="Times New Roman"/>
              </a:rPr>
              <a:t>Vetores</a:t>
            </a:r>
            <a:r>
              <a:rPr sz="2050" b="1" spc="1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5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(Arrays)</a:t>
            </a:r>
            <a:endParaRPr sz="2050" dirty="0">
              <a:latin typeface="Times New Roman"/>
              <a:cs typeface="Times New Roman"/>
            </a:endParaRPr>
          </a:p>
          <a:p>
            <a:pPr marL="21590">
              <a:lnSpc>
                <a:spcPct val="100000"/>
              </a:lnSpc>
              <a:spcBef>
                <a:spcPts val="790"/>
              </a:spcBef>
            </a:pPr>
            <a:r>
              <a:rPr sz="1700" b="1" dirty="0">
                <a:solidFill>
                  <a:srgbClr val="FFFFFF"/>
                </a:solidFill>
                <a:latin typeface="Times New Roman"/>
                <a:cs typeface="Times New Roman"/>
              </a:rPr>
              <a:t>Programação</a:t>
            </a:r>
            <a:r>
              <a:rPr sz="1700" b="1" spc="1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700" b="1" spc="50" dirty="0">
                <a:solidFill>
                  <a:srgbClr val="FFFFFF"/>
                </a:solidFill>
                <a:latin typeface="Times New Roman"/>
                <a:cs typeface="Times New Roman"/>
              </a:rPr>
              <a:t>de</a:t>
            </a:r>
            <a:r>
              <a:rPr sz="1700" b="1" spc="1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700" b="1" spc="55" dirty="0">
                <a:solidFill>
                  <a:srgbClr val="FFFFFF"/>
                </a:solidFill>
                <a:latin typeface="Times New Roman"/>
                <a:cs typeface="Times New Roman"/>
              </a:rPr>
              <a:t>Soluções</a:t>
            </a:r>
            <a:r>
              <a:rPr sz="1700" b="1" spc="1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700" b="1" spc="45" dirty="0">
                <a:solidFill>
                  <a:srgbClr val="FFFFFF"/>
                </a:solidFill>
                <a:latin typeface="Times New Roman"/>
                <a:cs typeface="Times New Roman"/>
              </a:rPr>
              <a:t>Computacionais</a:t>
            </a:r>
            <a:endParaRPr sz="1700" dirty="0">
              <a:latin typeface="Times New Roman"/>
              <a:cs typeface="Times New Roman"/>
            </a:endParaRPr>
          </a:p>
          <a:p>
            <a:pPr marL="20955" marR="2684780">
              <a:lnSpc>
                <a:spcPct val="100800"/>
              </a:lnSpc>
            </a:pPr>
            <a:r>
              <a:rPr lang="pt-BR" sz="1400" spc="-35" dirty="0">
                <a:solidFill>
                  <a:srgbClr val="FFFFFF"/>
                </a:solidFill>
                <a:latin typeface="Arial"/>
                <a:cs typeface="Arial"/>
              </a:rPr>
              <a:t>Dr.</a:t>
            </a:r>
            <a:r>
              <a:rPr lang="pt-BR" sz="14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pt-BR" sz="1400" spc="-40" dirty="0">
                <a:solidFill>
                  <a:srgbClr val="FFFFFF"/>
                </a:solidFill>
                <a:latin typeface="Arial"/>
                <a:cs typeface="Arial"/>
              </a:rPr>
              <a:t>Guilherme Duarte de Barros</a:t>
            </a:r>
            <a:endParaRPr lang="pt-BR" sz="1400" dirty="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12"/>
            <a:ext cx="5760085" cy="76200"/>
          </a:xfrm>
          <a:custGeom>
            <a:avLst/>
            <a:gdLst/>
            <a:ahLst/>
            <a:cxnLst/>
            <a:rect l="l" t="t" r="r" b="b"/>
            <a:pathLst>
              <a:path w="5760085" h="76200">
                <a:moveTo>
                  <a:pt x="5759996" y="0"/>
                </a:moveTo>
                <a:lnTo>
                  <a:pt x="0" y="0"/>
                </a:lnTo>
                <a:lnTo>
                  <a:pt x="0" y="75920"/>
                </a:lnTo>
                <a:lnTo>
                  <a:pt x="5759996" y="75920"/>
                </a:lnTo>
                <a:lnTo>
                  <a:pt x="5759996" y="0"/>
                </a:lnTo>
                <a:close/>
              </a:path>
            </a:pathLst>
          </a:custGeom>
          <a:solidFill>
            <a:srgbClr val="00AC8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5300" y="137868"/>
            <a:ext cx="2894965" cy="22948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b="1" spc="40" dirty="0">
                <a:solidFill>
                  <a:srgbClr val="00AC8C"/>
                </a:solidFill>
                <a:latin typeface="Times New Roman"/>
                <a:cs typeface="Times New Roman"/>
              </a:rPr>
              <a:t>Agenda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4"/>
              </a:spcBef>
            </a:pPr>
            <a:endParaRPr sz="1400">
              <a:latin typeface="Times New Roman"/>
              <a:cs typeface="Times New Roman"/>
            </a:endParaRPr>
          </a:p>
          <a:p>
            <a:pPr marL="41910">
              <a:lnSpc>
                <a:spcPct val="100000"/>
              </a:lnSpc>
            </a:pPr>
            <a:r>
              <a:rPr sz="1400" b="1" spc="-10" dirty="0">
                <a:latin typeface="Times New Roman"/>
                <a:cs typeface="Times New Roman"/>
                <a:hlinkClick r:id="rId2" action="ppaction://hlinksldjump"/>
              </a:rPr>
              <a:t>Vetores</a:t>
            </a:r>
            <a:endParaRPr sz="1400">
              <a:latin typeface="Times New Roman"/>
              <a:cs typeface="Times New Roman"/>
            </a:endParaRPr>
          </a:p>
          <a:p>
            <a:pPr marL="48260" marR="5080">
              <a:lnSpc>
                <a:spcPct val="218000"/>
              </a:lnSpc>
            </a:pPr>
            <a:r>
              <a:rPr sz="1400" b="1" spc="20" dirty="0">
                <a:latin typeface="Times New Roman"/>
                <a:cs typeface="Times New Roman"/>
                <a:hlinkClick r:id="rId3" action="ppaction://hlinksldjump"/>
              </a:rPr>
              <a:t>Declarando</a:t>
            </a:r>
            <a:r>
              <a:rPr sz="1400" b="1" spc="114" dirty="0">
                <a:latin typeface="Times New Roman"/>
                <a:cs typeface="Times New Roman"/>
                <a:hlinkClick r:id="rId3" action="ppaction://hlinksldjump"/>
              </a:rPr>
              <a:t> </a:t>
            </a:r>
            <a:r>
              <a:rPr sz="1400" b="1" spc="75" dirty="0">
                <a:latin typeface="Times New Roman"/>
                <a:cs typeface="Times New Roman"/>
                <a:hlinkClick r:id="rId3" action="ppaction://hlinksldjump"/>
              </a:rPr>
              <a:t>e</a:t>
            </a:r>
            <a:r>
              <a:rPr sz="1400" b="1" spc="120" dirty="0">
                <a:latin typeface="Times New Roman"/>
                <a:cs typeface="Times New Roman"/>
                <a:hlinkClick r:id="rId3" action="ppaction://hlinksldjump"/>
              </a:rPr>
              <a:t> </a:t>
            </a:r>
            <a:r>
              <a:rPr sz="1400" b="1" spc="55" dirty="0">
                <a:latin typeface="Times New Roman"/>
                <a:cs typeface="Times New Roman"/>
                <a:hlinkClick r:id="rId3" action="ppaction://hlinksldjump"/>
              </a:rPr>
              <a:t>inicializando</a:t>
            </a:r>
            <a:r>
              <a:rPr sz="1400" b="1" spc="120" dirty="0">
                <a:latin typeface="Times New Roman"/>
                <a:cs typeface="Times New Roman"/>
                <a:hlinkClick r:id="rId3" action="ppaction://hlinksldjump"/>
              </a:rPr>
              <a:t> </a:t>
            </a:r>
            <a:r>
              <a:rPr sz="1400" b="1" spc="-10" dirty="0">
                <a:latin typeface="Times New Roman"/>
                <a:cs typeface="Times New Roman"/>
                <a:hlinkClick r:id="rId3" action="ppaction://hlinksldjump"/>
              </a:rPr>
              <a:t>vetores</a:t>
            </a:r>
            <a:r>
              <a:rPr sz="1400" b="1" spc="-10" dirty="0">
                <a:latin typeface="Times New Roman"/>
                <a:cs typeface="Times New Roman"/>
              </a:rPr>
              <a:t> </a:t>
            </a:r>
            <a:r>
              <a:rPr sz="1400" b="1" spc="65" dirty="0">
                <a:latin typeface="Times New Roman"/>
                <a:cs typeface="Times New Roman"/>
                <a:hlinkClick r:id="rId4" action="ppaction://hlinksldjump"/>
              </a:rPr>
              <a:t>Comprimento</a:t>
            </a:r>
            <a:r>
              <a:rPr sz="1400" b="1" spc="25" dirty="0">
                <a:latin typeface="Times New Roman"/>
                <a:cs typeface="Times New Roman"/>
                <a:hlinkClick r:id="rId4" action="ppaction://hlinksldjump"/>
              </a:rPr>
              <a:t> </a:t>
            </a:r>
            <a:r>
              <a:rPr sz="1400" b="1" spc="55" dirty="0">
                <a:latin typeface="Times New Roman"/>
                <a:cs typeface="Times New Roman"/>
                <a:hlinkClick r:id="rId4" action="ppaction://hlinksldjump"/>
              </a:rPr>
              <a:t>do</a:t>
            </a:r>
            <a:r>
              <a:rPr sz="1400" b="1" spc="30" dirty="0">
                <a:latin typeface="Times New Roman"/>
                <a:cs typeface="Times New Roman"/>
                <a:hlinkClick r:id="rId4" action="ppaction://hlinksldjump"/>
              </a:rPr>
              <a:t> </a:t>
            </a:r>
            <a:r>
              <a:rPr sz="1400" b="1" spc="-10" dirty="0">
                <a:latin typeface="Times New Roman"/>
                <a:cs typeface="Times New Roman"/>
                <a:hlinkClick r:id="rId4" action="ppaction://hlinksldjump"/>
              </a:rPr>
              <a:t>vetor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75"/>
              </a:spcBef>
            </a:pPr>
            <a:endParaRPr sz="1400">
              <a:latin typeface="Times New Roman"/>
              <a:cs typeface="Times New Roman"/>
            </a:endParaRPr>
          </a:p>
          <a:p>
            <a:pPr marL="48260">
              <a:lnSpc>
                <a:spcPct val="100000"/>
              </a:lnSpc>
            </a:pPr>
            <a:r>
              <a:rPr sz="1400" b="1" spc="-10" dirty="0">
                <a:latin typeface="Times New Roman"/>
                <a:cs typeface="Times New Roman"/>
                <a:hlinkClick r:id="rId5" action="ppaction://hlinksldjump"/>
              </a:rPr>
              <a:t>Exercícios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542076" y="3030250"/>
            <a:ext cx="9080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80" dirty="0">
                <a:solidFill>
                  <a:srgbClr val="009380"/>
                </a:solidFill>
                <a:latin typeface="Tahoma"/>
                <a:cs typeface="Tahoma"/>
              </a:rPr>
              <a:t>2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0" y="3202038"/>
            <a:ext cx="5760085" cy="38100"/>
          </a:xfrm>
          <a:custGeom>
            <a:avLst/>
            <a:gdLst/>
            <a:ahLst/>
            <a:cxnLst/>
            <a:rect l="l" t="t" r="r" b="b"/>
            <a:pathLst>
              <a:path w="5760085" h="38100">
                <a:moveTo>
                  <a:pt x="5759996" y="0"/>
                </a:moveTo>
                <a:lnTo>
                  <a:pt x="0" y="0"/>
                </a:lnTo>
                <a:lnTo>
                  <a:pt x="0" y="37960"/>
                </a:lnTo>
                <a:lnTo>
                  <a:pt x="5759996" y="37960"/>
                </a:lnTo>
                <a:lnTo>
                  <a:pt x="5759996" y="0"/>
                </a:lnTo>
                <a:close/>
              </a:path>
            </a:pathLst>
          </a:custGeom>
          <a:solidFill>
            <a:srgbClr val="00AC8C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ransition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3101" y="2264998"/>
            <a:ext cx="1183640" cy="24511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Vetores</a:t>
            </a:r>
            <a:r>
              <a:rPr sz="1400" spc="4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Times New Roman"/>
                <a:cs typeface="Times New Roman"/>
              </a:rPr>
              <a:t>Arrays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712222" y="1313745"/>
            <a:ext cx="823594" cy="3403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050" spc="-110" dirty="0">
                <a:latin typeface="Arial MT"/>
                <a:cs typeface="Arial MT"/>
                <a:hlinkClick r:id="rId2" action="ppaction://hlinksldjump"/>
              </a:rPr>
              <a:t>Vetores</a:t>
            </a:r>
            <a:endParaRPr sz="2050">
              <a:latin typeface="Arial MT"/>
              <a:cs typeface="Arial MT"/>
            </a:endParaRPr>
          </a:p>
        </p:txBody>
      </p:sp>
    </p:spTree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Problema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1292" y="859179"/>
            <a:ext cx="5298440" cy="1242695"/>
          </a:xfrm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pPr marL="166370" indent="-153670">
              <a:lnSpc>
                <a:spcPct val="100000"/>
              </a:lnSpc>
              <a:spcBef>
                <a:spcPts val="725"/>
              </a:spcBef>
              <a:buClr>
                <a:srgbClr val="00AC8C"/>
              </a:buClr>
              <a:buFont typeface="Arial MT"/>
              <a:buChar char="•"/>
              <a:tabLst>
                <a:tab pos="166370" algn="l"/>
              </a:tabLst>
            </a:pPr>
            <a:r>
              <a:rPr sz="1400" b="1" spc="-65" dirty="0">
                <a:latin typeface="Tahoma"/>
                <a:cs typeface="Tahoma"/>
              </a:rPr>
              <a:t>Suponha</a:t>
            </a:r>
            <a:r>
              <a:rPr sz="1400" b="1" spc="-40" dirty="0">
                <a:latin typeface="Tahoma"/>
                <a:cs typeface="Tahoma"/>
              </a:rPr>
              <a:t> </a:t>
            </a:r>
            <a:r>
              <a:rPr sz="1400" b="1" spc="-110" dirty="0">
                <a:latin typeface="Tahoma"/>
                <a:cs typeface="Tahoma"/>
              </a:rPr>
              <a:t>a</a:t>
            </a:r>
            <a:r>
              <a:rPr sz="1400" b="1" spc="-40" dirty="0">
                <a:latin typeface="Tahoma"/>
                <a:cs typeface="Tahoma"/>
              </a:rPr>
              <a:t> </a:t>
            </a:r>
            <a:r>
              <a:rPr sz="1400" b="1" spc="-80" dirty="0">
                <a:latin typeface="Tahoma"/>
                <a:cs typeface="Tahoma"/>
              </a:rPr>
              <a:t>seguinte</a:t>
            </a:r>
            <a:r>
              <a:rPr sz="1400" b="1" spc="-40" dirty="0">
                <a:latin typeface="Tahoma"/>
                <a:cs typeface="Tahoma"/>
              </a:rPr>
              <a:t> </a:t>
            </a:r>
            <a:r>
              <a:rPr sz="1400" b="1" spc="-10" dirty="0">
                <a:latin typeface="Tahoma"/>
                <a:cs typeface="Tahoma"/>
              </a:rPr>
              <a:t>situação:</a:t>
            </a:r>
            <a:endParaRPr sz="1400">
              <a:latin typeface="Tahoma"/>
              <a:cs typeface="Tahoma"/>
            </a:endParaRPr>
          </a:p>
          <a:p>
            <a:pPr marL="156210">
              <a:lnSpc>
                <a:spcPct val="100000"/>
              </a:lnSpc>
              <a:spcBef>
                <a:spcPts val="500"/>
              </a:spcBef>
            </a:pPr>
            <a:r>
              <a:rPr sz="1200" dirty="0">
                <a:solidFill>
                  <a:srgbClr val="00AC8C"/>
                </a:solidFill>
                <a:latin typeface="Arial MT"/>
                <a:cs typeface="Arial MT"/>
              </a:rPr>
              <a:t>–</a:t>
            </a:r>
            <a:r>
              <a:rPr sz="1200" spc="295" dirty="0">
                <a:solidFill>
                  <a:srgbClr val="00AC8C"/>
                </a:solidFill>
                <a:latin typeface="Arial MT"/>
                <a:cs typeface="Arial MT"/>
              </a:rPr>
              <a:t> </a:t>
            </a:r>
            <a:r>
              <a:rPr sz="1200" spc="-75" dirty="0">
                <a:latin typeface="Arial MT"/>
                <a:cs typeface="Arial MT"/>
              </a:rPr>
              <a:t>queremos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ler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spc="-135" dirty="0">
                <a:latin typeface="Arial MT"/>
                <a:cs typeface="Arial MT"/>
              </a:rPr>
              <a:t>e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spc="-60" dirty="0">
                <a:latin typeface="Arial MT"/>
                <a:cs typeface="Arial MT"/>
              </a:rPr>
              <a:t>armazenar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spc="-120" dirty="0">
                <a:latin typeface="Arial MT"/>
                <a:cs typeface="Arial MT"/>
              </a:rPr>
              <a:t>5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spc="-55" dirty="0">
                <a:latin typeface="Arial MT"/>
                <a:cs typeface="Arial MT"/>
              </a:rPr>
              <a:t>notas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spc="-40" dirty="0">
                <a:latin typeface="Arial MT"/>
                <a:cs typeface="Arial MT"/>
              </a:rPr>
              <a:t>informadas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spc="-55" dirty="0">
                <a:latin typeface="Arial MT"/>
                <a:cs typeface="Arial MT"/>
              </a:rPr>
              <a:t>pelo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spc="-40" dirty="0">
                <a:latin typeface="Arial MT"/>
                <a:cs typeface="Arial MT"/>
              </a:rPr>
              <a:t>usuário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spc="-20" dirty="0">
                <a:latin typeface="Arial MT"/>
                <a:cs typeface="Arial MT"/>
              </a:rPr>
              <a:t>utilizando </a:t>
            </a:r>
            <a:r>
              <a:rPr sz="1200" spc="-70" dirty="0">
                <a:latin typeface="Arial MT"/>
                <a:cs typeface="Arial MT"/>
              </a:rPr>
              <a:t>o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spc="-60" dirty="0">
                <a:latin typeface="Arial MT"/>
                <a:cs typeface="Arial MT"/>
              </a:rPr>
              <a:t>laço</a:t>
            </a:r>
            <a:r>
              <a:rPr sz="1200" spc="-20" dirty="0">
                <a:latin typeface="Arial MT"/>
                <a:cs typeface="Arial MT"/>
              </a:rPr>
              <a:t> for:</a:t>
            </a:r>
            <a:endParaRPr sz="1200">
              <a:latin typeface="Arial MT"/>
              <a:cs typeface="Arial MT"/>
            </a:endParaRPr>
          </a:p>
          <a:p>
            <a:pPr marL="600075" marR="2222500" indent="-227965">
              <a:lnSpc>
                <a:spcPct val="100000"/>
              </a:lnSpc>
              <a:spcBef>
                <a:spcPts val="550"/>
              </a:spcBef>
            </a:pPr>
            <a:r>
              <a:rPr sz="1000" b="1" dirty="0">
                <a:solidFill>
                  <a:srgbClr val="00AC8C"/>
                </a:solidFill>
                <a:latin typeface="Arial"/>
                <a:cs typeface="Arial"/>
              </a:rPr>
              <a:t>for</a:t>
            </a:r>
            <a:r>
              <a:rPr sz="1000" b="1" spc="225" dirty="0">
                <a:solidFill>
                  <a:srgbClr val="00AC8C"/>
                </a:solidFill>
                <a:latin typeface="Arial"/>
                <a:cs typeface="Arial"/>
              </a:rPr>
              <a:t> </a:t>
            </a:r>
            <a:r>
              <a:rPr sz="1000" spc="60" dirty="0">
                <a:solidFill>
                  <a:srgbClr val="B25900"/>
                </a:solidFill>
                <a:latin typeface="MingLiU_HKSCS-ExtB"/>
                <a:cs typeface="MingLiU_HKSCS-ExtB"/>
              </a:rPr>
              <a:t>(</a:t>
            </a:r>
            <a:r>
              <a:rPr sz="1000" b="1" spc="60" dirty="0">
                <a:solidFill>
                  <a:srgbClr val="00AC8C"/>
                </a:solidFill>
                <a:latin typeface="Arial"/>
                <a:cs typeface="Arial"/>
              </a:rPr>
              <a:t>int</a:t>
            </a:r>
            <a:r>
              <a:rPr sz="1000" b="1" spc="225" dirty="0">
                <a:solidFill>
                  <a:srgbClr val="00AC8C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595959"/>
                </a:solidFill>
                <a:latin typeface="MingLiU_HKSCS-ExtB"/>
                <a:cs typeface="MingLiU_HKSCS-ExtB"/>
              </a:rPr>
              <a:t>i</a:t>
            </a:r>
            <a:r>
              <a:rPr sz="1000" spc="5" dirty="0">
                <a:solidFill>
                  <a:srgbClr val="595959"/>
                </a:solidFill>
                <a:latin typeface="MingLiU_HKSCS-ExtB"/>
                <a:cs typeface="MingLiU_HKSCS-ExtB"/>
              </a:rPr>
              <a:t> </a:t>
            </a:r>
            <a:r>
              <a:rPr sz="1000" dirty="0">
                <a:solidFill>
                  <a:srgbClr val="595959"/>
                </a:solidFill>
                <a:latin typeface="MingLiU_HKSCS-ExtB"/>
                <a:cs typeface="MingLiU_HKSCS-ExtB"/>
              </a:rPr>
              <a:t>=</a:t>
            </a:r>
            <a:r>
              <a:rPr sz="1000" spc="5" dirty="0">
                <a:solidFill>
                  <a:srgbClr val="595959"/>
                </a:solidFill>
                <a:latin typeface="MingLiU_HKSCS-ExtB"/>
                <a:cs typeface="MingLiU_HKSCS-ExtB"/>
              </a:rPr>
              <a:t> </a:t>
            </a:r>
            <a:r>
              <a:rPr sz="1000" dirty="0">
                <a:solidFill>
                  <a:srgbClr val="595959"/>
                </a:solidFill>
                <a:latin typeface="MingLiU_HKSCS-ExtB"/>
                <a:cs typeface="MingLiU_HKSCS-ExtB"/>
              </a:rPr>
              <a:t>0;</a:t>
            </a:r>
            <a:r>
              <a:rPr sz="1000" spc="10" dirty="0">
                <a:solidFill>
                  <a:srgbClr val="595959"/>
                </a:solidFill>
                <a:latin typeface="MingLiU_HKSCS-ExtB"/>
                <a:cs typeface="MingLiU_HKSCS-ExtB"/>
              </a:rPr>
              <a:t> </a:t>
            </a:r>
            <a:r>
              <a:rPr sz="1000" dirty="0">
                <a:solidFill>
                  <a:srgbClr val="595959"/>
                </a:solidFill>
                <a:latin typeface="MingLiU_HKSCS-ExtB"/>
                <a:cs typeface="MingLiU_HKSCS-ExtB"/>
              </a:rPr>
              <a:t>i</a:t>
            </a:r>
            <a:r>
              <a:rPr sz="1000" spc="5" dirty="0">
                <a:solidFill>
                  <a:srgbClr val="595959"/>
                </a:solidFill>
                <a:latin typeface="MingLiU_HKSCS-ExtB"/>
                <a:cs typeface="MingLiU_HKSCS-ExtB"/>
              </a:rPr>
              <a:t> </a:t>
            </a:r>
            <a:r>
              <a:rPr sz="1000" dirty="0">
                <a:solidFill>
                  <a:srgbClr val="595959"/>
                </a:solidFill>
                <a:latin typeface="MingLiU_HKSCS-ExtB"/>
                <a:cs typeface="MingLiU_HKSCS-ExtB"/>
              </a:rPr>
              <a:t>&lt;</a:t>
            </a:r>
            <a:r>
              <a:rPr sz="1000" spc="5" dirty="0">
                <a:solidFill>
                  <a:srgbClr val="595959"/>
                </a:solidFill>
                <a:latin typeface="MingLiU_HKSCS-ExtB"/>
                <a:cs typeface="MingLiU_HKSCS-ExtB"/>
              </a:rPr>
              <a:t> </a:t>
            </a:r>
            <a:r>
              <a:rPr sz="1000" dirty="0">
                <a:solidFill>
                  <a:srgbClr val="595959"/>
                </a:solidFill>
                <a:latin typeface="MingLiU_HKSCS-ExtB"/>
                <a:cs typeface="MingLiU_HKSCS-ExtB"/>
              </a:rPr>
              <a:t>5;</a:t>
            </a:r>
            <a:r>
              <a:rPr sz="1000" spc="5" dirty="0">
                <a:solidFill>
                  <a:srgbClr val="595959"/>
                </a:solidFill>
                <a:latin typeface="MingLiU_HKSCS-ExtB"/>
                <a:cs typeface="MingLiU_HKSCS-ExtB"/>
              </a:rPr>
              <a:t> </a:t>
            </a:r>
            <a:r>
              <a:rPr sz="1000" dirty="0">
                <a:solidFill>
                  <a:srgbClr val="595959"/>
                </a:solidFill>
                <a:latin typeface="MingLiU_HKSCS-ExtB"/>
                <a:cs typeface="MingLiU_HKSCS-ExtB"/>
              </a:rPr>
              <a:t>i++</a:t>
            </a:r>
            <a:r>
              <a:rPr sz="1000" dirty="0">
                <a:solidFill>
                  <a:srgbClr val="B25900"/>
                </a:solidFill>
                <a:latin typeface="MingLiU_HKSCS-ExtB"/>
                <a:cs typeface="MingLiU_HKSCS-ExtB"/>
              </a:rPr>
              <a:t>)</a:t>
            </a:r>
            <a:r>
              <a:rPr sz="1000" spc="5" dirty="0">
                <a:solidFill>
                  <a:srgbClr val="B25900"/>
                </a:solidFill>
                <a:latin typeface="MingLiU_HKSCS-ExtB"/>
                <a:cs typeface="MingLiU_HKSCS-ExtB"/>
              </a:rPr>
              <a:t> </a:t>
            </a:r>
            <a:r>
              <a:rPr sz="1000" b="1" spc="55" dirty="0">
                <a:solidFill>
                  <a:srgbClr val="B25900"/>
                </a:solidFill>
                <a:latin typeface="Arial"/>
                <a:cs typeface="Arial"/>
              </a:rPr>
              <a:t>{ </a:t>
            </a:r>
            <a:r>
              <a:rPr sz="1000" spc="-10" dirty="0">
                <a:solidFill>
                  <a:srgbClr val="595959"/>
                </a:solidFill>
                <a:latin typeface="MingLiU_HKSCS-ExtB"/>
                <a:cs typeface="MingLiU_HKSCS-ExtB"/>
              </a:rPr>
              <a:t>System.out.println</a:t>
            </a:r>
            <a:r>
              <a:rPr sz="1000" spc="-10" dirty="0">
                <a:solidFill>
                  <a:srgbClr val="B25900"/>
                </a:solidFill>
                <a:latin typeface="MingLiU_HKSCS-ExtB"/>
                <a:cs typeface="MingLiU_HKSCS-ExtB"/>
              </a:rPr>
              <a:t>("Digite</a:t>
            </a:r>
            <a:r>
              <a:rPr sz="1000" spc="50" dirty="0">
                <a:solidFill>
                  <a:srgbClr val="B25900"/>
                </a:solidFill>
                <a:latin typeface="MingLiU_HKSCS-ExtB"/>
                <a:cs typeface="MingLiU_HKSCS-ExtB"/>
              </a:rPr>
              <a:t> </a:t>
            </a:r>
            <a:r>
              <a:rPr sz="1000" dirty="0">
                <a:solidFill>
                  <a:srgbClr val="B25900"/>
                </a:solidFill>
                <a:latin typeface="MingLiU_HKSCS-ExtB"/>
                <a:cs typeface="MingLiU_HKSCS-ExtB"/>
              </a:rPr>
              <a:t>uma</a:t>
            </a:r>
            <a:r>
              <a:rPr sz="1000" spc="55" dirty="0">
                <a:solidFill>
                  <a:srgbClr val="B25900"/>
                </a:solidFill>
                <a:latin typeface="MingLiU_HKSCS-ExtB"/>
                <a:cs typeface="MingLiU_HKSCS-ExtB"/>
              </a:rPr>
              <a:t> </a:t>
            </a:r>
            <a:r>
              <a:rPr sz="1000" spc="-10" dirty="0">
                <a:solidFill>
                  <a:srgbClr val="B25900"/>
                </a:solidFill>
                <a:latin typeface="MingLiU_HKSCS-ExtB"/>
                <a:cs typeface="MingLiU_HKSCS-ExtB"/>
              </a:rPr>
              <a:t>nota:")</a:t>
            </a:r>
            <a:r>
              <a:rPr sz="1000" spc="-10" dirty="0">
                <a:solidFill>
                  <a:srgbClr val="595959"/>
                </a:solidFill>
                <a:latin typeface="MingLiU_HKSCS-ExtB"/>
                <a:cs typeface="MingLiU_HKSCS-ExtB"/>
              </a:rPr>
              <a:t>; </a:t>
            </a:r>
            <a:r>
              <a:rPr sz="1000" dirty="0">
                <a:solidFill>
                  <a:srgbClr val="595959"/>
                </a:solidFill>
                <a:latin typeface="MingLiU_HKSCS-ExtB"/>
                <a:cs typeface="MingLiU_HKSCS-ExtB"/>
              </a:rPr>
              <a:t>nota</a:t>
            </a:r>
            <a:r>
              <a:rPr sz="1000" spc="-20" dirty="0">
                <a:solidFill>
                  <a:srgbClr val="595959"/>
                </a:solidFill>
                <a:latin typeface="MingLiU_HKSCS-ExtB"/>
                <a:cs typeface="MingLiU_HKSCS-ExtB"/>
              </a:rPr>
              <a:t> </a:t>
            </a:r>
            <a:r>
              <a:rPr sz="1000" dirty="0">
                <a:solidFill>
                  <a:srgbClr val="595959"/>
                </a:solidFill>
                <a:latin typeface="MingLiU_HKSCS-ExtB"/>
                <a:cs typeface="MingLiU_HKSCS-ExtB"/>
              </a:rPr>
              <a:t>=</a:t>
            </a:r>
            <a:r>
              <a:rPr sz="1000" spc="-15" dirty="0">
                <a:solidFill>
                  <a:srgbClr val="595959"/>
                </a:solidFill>
                <a:latin typeface="MingLiU_HKSCS-ExtB"/>
                <a:cs typeface="MingLiU_HKSCS-ExtB"/>
              </a:rPr>
              <a:t> </a:t>
            </a:r>
            <a:r>
              <a:rPr sz="1000" spc="-10" dirty="0">
                <a:solidFill>
                  <a:srgbClr val="595959"/>
                </a:solidFill>
                <a:latin typeface="MingLiU_HKSCS-ExtB"/>
                <a:cs typeface="MingLiU_HKSCS-ExtB"/>
              </a:rPr>
              <a:t>entrada.nextDouble</a:t>
            </a:r>
            <a:r>
              <a:rPr sz="1000" spc="-10" dirty="0">
                <a:solidFill>
                  <a:srgbClr val="B25900"/>
                </a:solidFill>
                <a:latin typeface="MingLiU_HKSCS-ExtB"/>
                <a:cs typeface="MingLiU_HKSCS-ExtB"/>
              </a:rPr>
              <a:t>()</a:t>
            </a:r>
            <a:r>
              <a:rPr sz="1000" spc="-10" dirty="0">
                <a:solidFill>
                  <a:srgbClr val="595959"/>
                </a:solidFill>
                <a:latin typeface="MingLiU_HKSCS-ExtB"/>
                <a:cs typeface="MingLiU_HKSCS-ExtB"/>
              </a:rPr>
              <a:t>;</a:t>
            </a:r>
            <a:endParaRPr sz="1000">
              <a:latin typeface="MingLiU_HKSCS-ExtB"/>
              <a:cs typeface="MingLiU_HKSCS-ExtB"/>
            </a:endParaRPr>
          </a:p>
          <a:p>
            <a:pPr marL="372110">
              <a:lnSpc>
                <a:spcPts val="1185"/>
              </a:lnSpc>
            </a:pPr>
            <a:r>
              <a:rPr sz="1000" b="1" spc="55" dirty="0">
                <a:solidFill>
                  <a:srgbClr val="B25900"/>
                </a:solidFill>
                <a:latin typeface="Arial"/>
                <a:cs typeface="Arial"/>
              </a:rPr>
              <a:t>}</a:t>
            </a:r>
            <a:endParaRPr sz="10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3202038"/>
            <a:ext cx="5760085" cy="38100"/>
          </a:xfrm>
          <a:custGeom>
            <a:avLst/>
            <a:gdLst/>
            <a:ahLst/>
            <a:cxnLst/>
            <a:rect l="l" t="t" r="r" b="b"/>
            <a:pathLst>
              <a:path w="5760085" h="38100">
                <a:moveTo>
                  <a:pt x="5759996" y="0"/>
                </a:moveTo>
                <a:lnTo>
                  <a:pt x="0" y="0"/>
                </a:lnTo>
                <a:lnTo>
                  <a:pt x="0" y="37960"/>
                </a:lnTo>
                <a:lnTo>
                  <a:pt x="5759996" y="37960"/>
                </a:lnTo>
                <a:lnTo>
                  <a:pt x="5759996" y="0"/>
                </a:lnTo>
                <a:close/>
              </a:path>
            </a:pathLst>
          </a:custGeom>
          <a:solidFill>
            <a:srgbClr val="00AC8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fld id="{81D60167-4931-47E6-BA6A-407CBD079E47}" type="slidenum">
              <a:rPr spc="-25" dirty="0"/>
              <a:t>4</a:t>
            </a:fld>
            <a:endParaRPr spc="-25" dirty="0"/>
          </a:p>
        </p:txBody>
      </p:sp>
    </p:spTree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Problema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1292" y="737270"/>
            <a:ext cx="537527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66370" indent="-153670">
              <a:lnSpc>
                <a:spcPct val="100000"/>
              </a:lnSpc>
              <a:spcBef>
                <a:spcPts val="135"/>
              </a:spcBef>
              <a:buClr>
                <a:srgbClr val="00AC8C"/>
              </a:buClr>
              <a:buFont typeface="Arial MT"/>
              <a:buChar char="•"/>
              <a:tabLst>
                <a:tab pos="166370" algn="l"/>
              </a:tabLst>
            </a:pPr>
            <a:r>
              <a:rPr sz="1400" b="1" spc="60" dirty="0">
                <a:latin typeface="Tahoma"/>
                <a:cs typeface="Tahoma"/>
              </a:rPr>
              <a:t>O</a:t>
            </a:r>
            <a:r>
              <a:rPr sz="1400" b="1" spc="-40" dirty="0">
                <a:latin typeface="Tahoma"/>
                <a:cs typeface="Tahoma"/>
              </a:rPr>
              <a:t> </a:t>
            </a:r>
            <a:r>
              <a:rPr sz="1400" b="1" spc="-65" dirty="0">
                <a:latin typeface="Tahoma"/>
                <a:cs typeface="Tahoma"/>
              </a:rPr>
              <a:t>que</a:t>
            </a:r>
            <a:r>
              <a:rPr sz="1400" b="1" spc="-35" dirty="0">
                <a:latin typeface="Tahoma"/>
                <a:cs typeface="Tahoma"/>
              </a:rPr>
              <a:t> </a:t>
            </a:r>
            <a:r>
              <a:rPr sz="1400" b="1" spc="-80" dirty="0">
                <a:latin typeface="Tahoma"/>
                <a:cs typeface="Tahoma"/>
              </a:rPr>
              <a:t>acontece</a:t>
            </a:r>
            <a:r>
              <a:rPr sz="1400" b="1" spc="-35" dirty="0">
                <a:latin typeface="Tahoma"/>
                <a:cs typeface="Tahoma"/>
              </a:rPr>
              <a:t> </a:t>
            </a:r>
            <a:r>
              <a:rPr sz="1400" b="1" spc="-65" dirty="0">
                <a:latin typeface="Tahoma"/>
                <a:cs typeface="Tahoma"/>
              </a:rPr>
              <a:t>com</a:t>
            </a:r>
            <a:r>
              <a:rPr sz="1400" b="1" spc="-35" dirty="0">
                <a:latin typeface="Tahoma"/>
                <a:cs typeface="Tahoma"/>
              </a:rPr>
              <a:t> </a:t>
            </a:r>
            <a:r>
              <a:rPr sz="1400" b="1" spc="-110" dirty="0">
                <a:latin typeface="Tahoma"/>
                <a:cs typeface="Tahoma"/>
              </a:rPr>
              <a:t>a</a:t>
            </a:r>
            <a:r>
              <a:rPr sz="1400" b="1" spc="-40" dirty="0">
                <a:latin typeface="Tahoma"/>
                <a:cs typeface="Tahoma"/>
              </a:rPr>
              <a:t> primeira</a:t>
            </a:r>
            <a:r>
              <a:rPr sz="1400" b="1" spc="-35" dirty="0">
                <a:latin typeface="Tahoma"/>
                <a:cs typeface="Tahoma"/>
              </a:rPr>
              <a:t> </a:t>
            </a:r>
            <a:r>
              <a:rPr sz="1400" b="1" spc="-80" dirty="0">
                <a:latin typeface="Tahoma"/>
                <a:cs typeface="Tahoma"/>
              </a:rPr>
              <a:t>nota</a:t>
            </a:r>
            <a:r>
              <a:rPr sz="1400" b="1" spc="-35" dirty="0">
                <a:latin typeface="Tahoma"/>
                <a:cs typeface="Tahoma"/>
              </a:rPr>
              <a:t> </a:t>
            </a:r>
            <a:r>
              <a:rPr sz="1400" b="1" spc="-90" dirty="0">
                <a:latin typeface="Tahoma"/>
                <a:cs typeface="Tahoma"/>
              </a:rPr>
              <a:t>após</a:t>
            </a:r>
            <a:r>
              <a:rPr sz="1400" b="1" spc="-35" dirty="0">
                <a:latin typeface="Tahoma"/>
                <a:cs typeface="Tahoma"/>
              </a:rPr>
              <a:t> </a:t>
            </a:r>
            <a:r>
              <a:rPr sz="1400" b="1" spc="-110" dirty="0">
                <a:latin typeface="Tahoma"/>
                <a:cs typeface="Tahoma"/>
              </a:rPr>
              <a:t>a</a:t>
            </a:r>
            <a:r>
              <a:rPr sz="1400" b="1" spc="-35" dirty="0">
                <a:latin typeface="Tahoma"/>
                <a:cs typeface="Tahoma"/>
              </a:rPr>
              <a:t> </a:t>
            </a:r>
            <a:r>
              <a:rPr sz="1400" b="1" spc="-55" dirty="0">
                <a:latin typeface="Tahoma"/>
                <a:cs typeface="Tahoma"/>
              </a:rPr>
              <a:t>leitura</a:t>
            </a:r>
            <a:r>
              <a:rPr sz="1400" b="1" spc="-40" dirty="0">
                <a:latin typeface="Tahoma"/>
                <a:cs typeface="Tahoma"/>
              </a:rPr>
              <a:t> </a:t>
            </a:r>
            <a:r>
              <a:rPr sz="1400" b="1" spc="-95" dirty="0">
                <a:latin typeface="Tahoma"/>
                <a:cs typeface="Tahoma"/>
              </a:rPr>
              <a:t>das</a:t>
            </a:r>
            <a:r>
              <a:rPr sz="1400" b="1" spc="-35" dirty="0">
                <a:latin typeface="Tahoma"/>
                <a:cs typeface="Tahoma"/>
              </a:rPr>
              <a:t> </a:t>
            </a:r>
            <a:r>
              <a:rPr sz="1400" b="1" spc="-160" dirty="0">
                <a:latin typeface="Tahoma"/>
                <a:cs typeface="Tahoma"/>
              </a:rPr>
              <a:t>5</a:t>
            </a:r>
            <a:r>
              <a:rPr sz="1400" b="1" spc="-35" dirty="0">
                <a:latin typeface="Tahoma"/>
                <a:cs typeface="Tahoma"/>
              </a:rPr>
              <a:t> </a:t>
            </a:r>
            <a:r>
              <a:rPr sz="1400" b="1" spc="-50" dirty="0">
                <a:latin typeface="Tahoma"/>
                <a:cs typeface="Tahoma"/>
              </a:rPr>
              <a:t>notas?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593505" y="662903"/>
            <a:ext cx="573405" cy="16484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650" spc="-1710" dirty="0">
                <a:latin typeface="Arial MT"/>
                <a:cs typeface="Arial MT"/>
              </a:rPr>
              <a:t>?</a:t>
            </a:r>
            <a:endParaRPr sz="1065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03400" y="2199726"/>
            <a:ext cx="256159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b="1" spc="-50" dirty="0">
                <a:latin typeface="Tahoma"/>
                <a:cs typeface="Tahoma"/>
              </a:rPr>
              <a:t>Por</a:t>
            </a:r>
            <a:r>
              <a:rPr sz="1400" b="1" spc="-40" dirty="0">
                <a:latin typeface="Tahoma"/>
                <a:cs typeface="Tahoma"/>
              </a:rPr>
              <a:t> </a:t>
            </a:r>
            <a:r>
              <a:rPr sz="1400" b="1" spc="-65" dirty="0">
                <a:latin typeface="Tahoma"/>
                <a:cs typeface="Tahoma"/>
              </a:rPr>
              <a:t>que</a:t>
            </a:r>
            <a:r>
              <a:rPr sz="1400" b="1" spc="-40" dirty="0">
                <a:latin typeface="Tahoma"/>
                <a:cs typeface="Tahoma"/>
              </a:rPr>
              <a:t> </a:t>
            </a:r>
            <a:r>
              <a:rPr sz="1400" b="1" spc="-125" dirty="0">
                <a:latin typeface="Tahoma"/>
                <a:cs typeface="Tahoma"/>
              </a:rPr>
              <a:t>esse</a:t>
            </a:r>
            <a:r>
              <a:rPr sz="1400" b="1" spc="-35" dirty="0">
                <a:latin typeface="Tahoma"/>
                <a:cs typeface="Tahoma"/>
              </a:rPr>
              <a:t> </a:t>
            </a:r>
            <a:r>
              <a:rPr sz="1400" b="1" spc="-55" dirty="0">
                <a:latin typeface="Tahoma"/>
                <a:cs typeface="Tahoma"/>
              </a:rPr>
              <a:t>problema</a:t>
            </a:r>
            <a:r>
              <a:rPr sz="1400" b="1" spc="-40" dirty="0">
                <a:latin typeface="Tahoma"/>
                <a:cs typeface="Tahoma"/>
              </a:rPr>
              <a:t> </a:t>
            </a:r>
            <a:r>
              <a:rPr sz="1400" b="1" spc="-55" dirty="0">
                <a:latin typeface="Tahoma"/>
                <a:cs typeface="Tahoma"/>
              </a:rPr>
              <a:t>ocorre?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0" y="3202038"/>
            <a:ext cx="5760085" cy="38100"/>
          </a:xfrm>
          <a:custGeom>
            <a:avLst/>
            <a:gdLst/>
            <a:ahLst/>
            <a:cxnLst/>
            <a:rect l="l" t="t" r="r" b="b"/>
            <a:pathLst>
              <a:path w="5760085" h="38100">
                <a:moveTo>
                  <a:pt x="5759996" y="0"/>
                </a:moveTo>
                <a:lnTo>
                  <a:pt x="0" y="0"/>
                </a:lnTo>
                <a:lnTo>
                  <a:pt x="0" y="37960"/>
                </a:lnTo>
                <a:lnTo>
                  <a:pt x="5759996" y="37960"/>
                </a:lnTo>
                <a:lnTo>
                  <a:pt x="5759996" y="0"/>
                </a:lnTo>
                <a:close/>
              </a:path>
            </a:pathLst>
          </a:custGeom>
          <a:solidFill>
            <a:srgbClr val="00AC8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fld id="{81D60167-4931-47E6-BA6A-407CBD079E47}" type="slidenum">
              <a:rPr spc="-25" dirty="0"/>
              <a:t>5</a:t>
            </a:fld>
            <a:endParaRPr spc="-25" dirty="0"/>
          </a:p>
        </p:txBody>
      </p:sp>
    </p:spTree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Problema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1292" y="1109725"/>
            <a:ext cx="4232910" cy="815975"/>
          </a:xfrm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pPr marL="166370" indent="-153670">
              <a:lnSpc>
                <a:spcPct val="100000"/>
              </a:lnSpc>
              <a:spcBef>
                <a:spcPts val="725"/>
              </a:spcBef>
              <a:buClr>
                <a:srgbClr val="00AC8C"/>
              </a:buClr>
              <a:buFont typeface="Arial MT"/>
              <a:buChar char="•"/>
              <a:tabLst>
                <a:tab pos="166370" algn="l"/>
              </a:tabLst>
            </a:pPr>
            <a:r>
              <a:rPr sz="1400" b="1" spc="-70" dirty="0">
                <a:latin typeface="Tahoma"/>
                <a:cs typeface="Tahoma"/>
              </a:rPr>
              <a:t>Simplesmente</a:t>
            </a:r>
            <a:r>
              <a:rPr sz="1400" b="1" spc="-25" dirty="0">
                <a:latin typeface="Tahoma"/>
                <a:cs typeface="Tahoma"/>
              </a:rPr>
              <a:t> </a:t>
            </a:r>
            <a:r>
              <a:rPr sz="1400" b="1" spc="-40" dirty="0">
                <a:latin typeface="Tahoma"/>
                <a:cs typeface="Tahoma"/>
              </a:rPr>
              <a:t>utilizando</a:t>
            </a:r>
            <a:r>
              <a:rPr sz="1400" b="1" spc="-20" dirty="0">
                <a:latin typeface="Tahoma"/>
                <a:cs typeface="Tahoma"/>
              </a:rPr>
              <a:t> </a:t>
            </a:r>
            <a:r>
              <a:rPr sz="1400" b="1" spc="-85" dirty="0">
                <a:latin typeface="Tahoma"/>
                <a:cs typeface="Tahoma"/>
              </a:rPr>
              <a:t>estruturas</a:t>
            </a:r>
            <a:r>
              <a:rPr sz="1400" b="1" spc="-20" dirty="0">
                <a:latin typeface="Tahoma"/>
                <a:cs typeface="Tahoma"/>
              </a:rPr>
              <a:t> </a:t>
            </a:r>
            <a:r>
              <a:rPr sz="1400" b="1" spc="-70" dirty="0">
                <a:latin typeface="Tahoma"/>
                <a:cs typeface="Tahoma"/>
              </a:rPr>
              <a:t>de</a:t>
            </a:r>
            <a:r>
              <a:rPr sz="1400" b="1" spc="-20" dirty="0">
                <a:latin typeface="Tahoma"/>
                <a:cs typeface="Tahoma"/>
              </a:rPr>
              <a:t> </a:t>
            </a:r>
            <a:r>
              <a:rPr sz="1400" b="1" spc="-60" dirty="0">
                <a:latin typeface="Tahoma"/>
                <a:cs typeface="Tahoma"/>
              </a:rPr>
              <a:t>repetição:</a:t>
            </a:r>
            <a:endParaRPr sz="1400">
              <a:latin typeface="Tahoma"/>
              <a:cs typeface="Tahoma"/>
            </a:endParaRPr>
          </a:p>
          <a:p>
            <a:pPr marL="313690" lvl="1" indent="-157480">
              <a:lnSpc>
                <a:spcPct val="100000"/>
              </a:lnSpc>
              <a:spcBef>
                <a:spcPts val="500"/>
              </a:spcBef>
              <a:buClr>
                <a:srgbClr val="00AC8C"/>
              </a:buClr>
              <a:buChar char="–"/>
              <a:tabLst>
                <a:tab pos="313690" algn="l"/>
              </a:tabLst>
            </a:pPr>
            <a:r>
              <a:rPr sz="1200" spc="-135" dirty="0">
                <a:latin typeface="Arial MT"/>
                <a:cs typeface="Arial MT"/>
              </a:rPr>
              <a:t>é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spc="-70" dirty="0">
                <a:latin typeface="Arial MT"/>
                <a:cs typeface="Arial MT"/>
              </a:rPr>
              <a:t>possível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ler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spc="-55" dirty="0">
                <a:latin typeface="Arial MT"/>
                <a:cs typeface="Arial MT"/>
              </a:rPr>
              <a:t>várias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spc="-55" dirty="0">
                <a:latin typeface="Arial MT"/>
                <a:cs typeface="Arial MT"/>
              </a:rPr>
              <a:t>entradas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spc="-85" dirty="0">
                <a:latin typeface="Arial MT"/>
                <a:cs typeface="Arial MT"/>
              </a:rPr>
              <a:t>de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spc="-80" dirty="0">
                <a:latin typeface="Arial MT"/>
                <a:cs typeface="Arial MT"/>
              </a:rPr>
              <a:t>dados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spc="-60" dirty="0">
                <a:latin typeface="Arial MT"/>
                <a:cs typeface="Arial MT"/>
              </a:rPr>
              <a:t>do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spc="-85" dirty="0">
                <a:latin typeface="Arial MT"/>
                <a:cs typeface="Arial MT"/>
              </a:rPr>
              <a:t>mesmo</a:t>
            </a:r>
            <a:r>
              <a:rPr sz="1200" spc="-20" dirty="0">
                <a:latin typeface="Arial MT"/>
                <a:cs typeface="Arial MT"/>
              </a:rPr>
              <a:t> tipo;</a:t>
            </a:r>
            <a:endParaRPr sz="1200">
              <a:latin typeface="Arial MT"/>
              <a:cs typeface="Arial MT"/>
            </a:endParaRPr>
          </a:p>
          <a:p>
            <a:pPr marL="313690" lvl="1" indent="-157480">
              <a:lnSpc>
                <a:spcPct val="100000"/>
              </a:lnSpc>
              <a:spcBef>
                <a:spcPts val="535"/>
              </a:spcBef>
              <a:buClr>
                <a:srgbClr val="00AC8C"/>
              </a:buClr>
              <a:buChar char="–"/>
              <a:tabLst>
                <a:tab pos="313690" algn="l"/>
              </a:tabLst>
            </a:pPr>
            <a:r>
              <a:rPr sz="1200" spc="-100" dirty="0">
                <a:latin typeface="Arial MT"/>
                <a:cs typeface="Arial MT"/>
              </a:rPr>
              <a:t>mas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spc="-65" dirty="0">
                <a:latin typeface="Arial MT"/>
                <a:cs typeface="Arial MT"/>
              </a:rPr>
              <a:t>não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spc="-135" dirty="0">
                <a:latin typeface="Arial MT"/>
                <a:cs typeface="Arial MT"/>
              </a:rPr>
              <a:t>é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spc="-70" dirty="0">
                <a:latin typeface="Arial MT"/>
                <a:cs typeface="Arial MT"/>
              </a:rPr>
              <a:t>possível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b="1" spc="-75" dirty="0">
                <a:latin typeface="Tahoma"/>
                <a:cs typeface="Tahoma"/>
              </a:rPr>
              <a:t>armazenar</a:t>
            </a:r>
            <a:r>
              <a:rPr sz="1200" b="1" spc="-35" dirty="0">
                <a:latin typeface="Tahoma"/>
                <a:cs typeface="Tahoma"/>
              </a:rPr>
              <a:t> </a:t>
            </a:r>
            <a:r>
              <a:rPr sz="1200" spc="-125" dirty="0">
                <a:latin typeface="Arial MT"/>
                <a:cs typeface="Arial MT"/>
              </a:rPr>
              <a:t>esses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spc="-80" dirty="0">
                <a:latin typeface="Arial MT"/>
                <a:cs typeface="Arial MT"/>
              </a:rPr>
              <a:t>dados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spc="-85" dirty="0">
                <a:latin typeface="Arial MT"/>
                <a:cs typeface="Arial MT"/>
              </a:rPr>
              <a:t>de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spc="-55" dirty="0">
                <a:latin typeface="Arial MT"/>
                <a:cs typeface="Arial MT"/>
              </a:rPr>
              <a:t>uma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spc="-105" dirty="0">
                <a:latin typeface="Arial MT"/>
                <a:cs typeface="Arial MT"/>
              </a:rPr>
              <a:t>vez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spc="-25" dirty="0">
                <a:latin typeface="Arial MT"/>
                <a:cs typeface="Arial MT"/>
              </a:rPr>
              <a:t>só.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3202038"/>
            <a:ext cx="5760085" cy="38100"/>
          </a:xfrm>
          <a:custGeom>
            <a:avLst/>
            <a:gdLst/>
            <a:ahLst/>
            <a:cxnLst/>
            <a:rect l="l" t="t" r="r" b="b"/>
            <a:pathLst>
              <a:path w="5760085" h="38100">
                <a:moveTo>
                  <a:pt x="5759996" y="0"/>
                </a:moveTo>
                <a:lnTo>
                  <a:pt x="0" y="0"/>
                </a:lnTo>
                <a:lnTo>
                  <a:pt x="0" y="37960"/>
                </a:lnTo>
                <a:lnTo>
                  <a:pt x="5759996" y="37960"/>
                </a:lnTo>
                <a:lnTo>
                  <a:pt x="5759996" y="0"/>
                </a:lnTo>
                <a:close/>
              </a:path>
            </a:pathLst>
          </a:custGeom>
          <a:solidFill>
            <a:srgbClr val="00AC8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fld id="{81D60167-4931-47E6-BA6A-407CBD079E47}" type="slidenum">
              <a:rPr spc="-25" dirty="0"/>
              <a:t>6</a:t>
            </a:fld>
            <a:endParaRPr spc="-25" dirty="0"/>
          </a:p>
        </p:txBody>
      </p:sp>
    </p:spTree>
  </p:cSld>
  <p:clrMapOvr>
    <a:masterClrMapping/>
  </p:clrMapOvr>
  <p:transition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Problema</a:t>
            </a:r>
          </a:p>
        </p:txBody>
      </p:sp>
      <p:sp>
        <p:nvSpPr>
          <p:cNvPr id="3" name="object 3"/>
          <p:cNvSpPr/>
          <p:nvPr/>
        </p:nvSpPr>
        <p:spPr>
          <a:xfrm>
            <a:off x="3727757" y="1982982"/>
            <a:ext cx="1241425" cy="451484"/>
          </a:xfrm>
          <a:custGeom>
            <a:avLst/>
            <a:gdLst/>
            <a:ahLst/>
            <a:cxnLst/>
            <a:rect l="l" t="t" r="r" b="b"/>
            <a:pathLst>
              <a:path w="1241425" h="451485">
                <a:moveTo>
                  <a:pt x="529501" y="242153"/>
                </a:moveTo>
                <a:lnTo>
                  <a:pt x="19519" y="7815"/>
                </a:lnTo>
                <a:lnTo>
                  <a:pt x="5106" y="1502"/>
                </a:lnTo>
                <a:lnTo>
                  <a:pt x="0" y="0"/>
                </a:lnTo>
                <a:lnTo>
                  <a:pt x="4250" y="3205"/>
                </a:lnTo>
                <a:lnTo>
                  <a:pt x="17910" y="11014"/>
                </a:lnTo>
                <a:lnTo>
                  <a:pt x="439500" y="242153"/>
                </a:lnTo>
                <a:lnTo>
                  <a:pt x="196867" y="242153"/>
                </a:lnTo>
                <a:lnTo>
                  <a:pt x="177167" y="246130"/>
                </a:lnTo>
                <a:lnTo>
                  <a:pt x="161080" y="256977"/>
                </a:lnTo>
                <a:lnTo>
                  <a:pt x="150234" y="273064"/>
                </a:lnTo>
                <a:lnTo>
                  <a:pt x="146257" y="292764"/>
                </a:lnTo>
                <a:lnTo>
                  <a:pt x="146257" y="400615"/>
                </a:lnTo>
                <a:lnTo>
                  <a:pt x="150234" y="420315"/>
                </a:lnTo>
                <a:lnTo>
                  <a:pt x="161080" y="436402"/>
                </a:lnTo>
                <a:lnTo>
                  <a:pt x="177167" y="447248"/>
                </a:lnTo>
                <a:lnTo>
                  <a:pt x="196867" y="451225"/>
                </a:lnTo>
                <a:lnTo>
                  <a:pt x="1190217" y="451225"/>
                </a:lnTo>
                <a:lnTo>
                  <a:pt x="1209917" y="447248"/>
                </a:lnTo>
                <a:lnTo>
                  <a:pt x="1226005" y="436402"/>
                </a:lnTo>
                <a:lnTo>
                  <a:pt x="1236851" y="420315"/>
                </a:lnTo>
                <a:lnTo>
                  <a:pt x="1240828" y="400615"/>
                </a:lnTo>
                <a:lnTo>
                  <a:pt x="1240828" y="292764"/>
                </a:lnTo>
                <a:lnTo>
                  <a:pt x="1236851" y="273064"/>
                </a:lnTo>
                <a:lnTo>
                  <a:pt x="1226005" y="256977"/>
                </a:lnTo>
                <a:lnTo>
                  <a:pt x="1209917" y="246130"/>
                </a:lnTo>
                <a:lnTo>
                  <a:pt x="1190217" y="242153"/>
                </a:lnTo>
                <a:lnTo>
                  <a:pt x="529501" y="242153"/>
                </a:lnTo>
                <a:close/>
              </a:path>
            </a:pathLst>
          </a:custGeom>
          <a:ln w="50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31292" y="830274"/>
            <a:ext cx="4789805" cy="1580515"/>
          </a:xfrm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pPr marL="166370" indent="-153670">
              <a:lnSpc>
                <a:spcPct val="100000"/>
              </a:lnSpc>
              <a:spcBef>
                <a:spcPts val="725"/>
              </a:spcBef>
              <a:buClr>
                <a:srgbClr val="00AC8C"/>
              </a:buClr>
              <a:buFont typeface="Arial MT"/>
              <a:buChar char="•"/>
              <a:tabLst>
                <a:tab pos="166370" algn="l"/>
              </a:tabLst>
            </a:pPr>
            <a:r>
              <a:rPr sz="1400" b="1" spc="-10" dirty="0">
                <a:latin typeface="Tahoma"/>
                <a:cs typeface="Tahoma"/>
              </a:rPr>
              <a:t>No</a:t>
            </a:r>
            <a:r>
              <a:rPr sz="1400" b="1" spc="-90" dirty="0">
                <a:latin typeface="Tahoma"/>
                <a:cs typeface="Tahoma"/>
              </a:rPr>
              <a:t> </a:t>
            </a:r>
            <a:r>
              <a:rPr sz="1400" b="1" spc="-70" dirty="0">
                <a:latin typeface="Tahoma"/>
                <a:cs typeface="Tahoma"/>
              </a:rPr>
              <a:t>exemplo</a:t>
            </a:r>
            <a:r>
              <a:rPr sz="1400" b="1" spc="-55" dirty="0">
                <a:latin typeface="Tahoma"/>
                <a:cs typeface="Tahoma"/>
              </a:rPr>
              <a:t> </a:t>
            </a:r>
            <a:r>
              <a:rPr sz="1400" b="1" spc="-10" dirty="0">
                <a:latin typeface="Tahoma"/>
                <a:cs typeface="Tahoma"/>
              </a:rPr>
              <a:t>anterior:</a:t>
            </a:r>
            <a:endParaRPr sz="1400">
              <a:latin typeface="Tahoma"/>
              <a:cs typeface="Tahoma"/>
            </a:endParaRPr>
          </a:p>
          <a:p>
            <a:pPr marL="313690" lvl="1" indent="-157480">
              <a:lnSpc>
                <a:spcPct val="100000"/>
              </a:lnSpc>
              <a:spcBef>
                <a:spcPts val="500"/>
              </a:spcBef>
              <a:buClr>
                <a:srgbClr val="00AC8C"/>
              </a:buClr>
              <a:buChar char="–"/>
              <a:tabLst>
                <a:tab pos="313690" algn="l"/>
              </a:tabLst>
            </a:pPr>
            <a:r>
              <a:rPr sz="1200" spc="-45" dirty="0">
                <a:latin typeface="Arial MT"/>
                <a:cs typeface="Arial MT"/>
              </a:rPr>
              <a:t>todos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spc="-110" dirty="0">
                <a:latin typeface="Arial MT"/>
                <a:cs typeface="Arial MT"/>
              </a:rPr>
              <a:t>os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spc="-60" dirty="0">
                <a:latin typeface="Arial MT"/>
                <a:cs typeface="Arial MT"/>
              </a:rPr>
              <a:t>valores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spc="-105" dirty="0">
                <a:latin typeface="Arial MT"/>
                <a:cs typeface="Arial MT"/>
              </a:rPr>
              <a:t>são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spc="-75" dirty="0">
                <a:latin typeface="Arial MT"/>
                <a:cs typeface="Arial MT"/>
              </a:rPr>
              <a:t>armazenados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spc="-60" dirty="0">
                <a:latin typeface="Arial MT"/>
                <a:cs typeface="Arial MT"/>
              </a:rPr>
              <a:t>na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spc="-95" dirty="0">
                <a:latin typeface="Arial MT"/>
                <a:cs typeface="Arial MT"/>
              </a:rPr>
              <a:t>mesma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spc="-40" dirty="0">
                <a:latin typeface="Arial MT"/>
                <a:cs typeface="Arial MT"/>
              </a:rPr>
              <a:t>variável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(nota);</a:t>
            </a:r>
            <a:endParaRPr sz="1200">
              <a:latin typeface="Arial MT"/>
              <a:cs typeface="Arial MT"/>
            </a:endParaRPr>
          </a:p>
          <a:p>
            <a:pPr marL="313690" lvl="1" indent="-157480">
              <a:lnSpc>
                <a:spcPct val="100000"/>
              </a:lnSpc>
              <a:spcBef>
                <a:spcPts val="535"/>
              </a:spcBef>
              <a:buClr>
                <a:srgbClr val="00AC8C"/>
              </a:buClr>
              <a:buChar char="–"/>
              <a:tabLst>
                <a:tab pos="313690" algn="l"/>
              </a:tabLst>
            </a:pPr>
            <a:r>
              <a:rPr sz="1200" spc="-135" dirty="0">
                <a:latin typeface="Arial MT"/>
                <a:cs typeface="Arial MT"/>
              </a:rPr>
              <a:t>e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spc="-100" dirty="0">
                <a:latin typeface="Arial MT"/>
                <a:cs typeface="Arial MT"/>
              </a:rPr>
              <a:t>a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spc="-40" dirty="0">
                <a:latin typeface="Arial MT"/>
                <a:cs typeface="Arial MT"/>
              </a:rPr>
              <a:t>variável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spc="-135" dirty="0">
                <a:latin typeface="Arial MT"/>
                <a:cs typeface="Arial MT"/>
              </a:rPr>
              <a:t>é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spc="-50" dirty="0">
                <a:latin typeface="Arial MT"/>
                <a:cs typeface="Arial MT"/>
              </a:rPr>
              <a:t>sobrescrita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spc="-100" dirty="0">
                <a:latin typeface="Arial MT"/>
                <a:cs typeface="Arial MT"/>
              </a:rPr>
              <a:t>a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spc="-85" dirty="0">
                <a:latin typeface="Arial MT"/>
                <a:cs typeface="Arial MT"/>
              </a:rPr>
              <a:t>cada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iteração.</a:t>
            </a:r>
            <a:endParaRPr sz="1200">
              <a:latin typeface="Arial MT"/>
              <a:cs typeface="Arial MT"/>
            </a:endParaRPr>
          </a:p>
          <a:p>
            <a:pPr marL="1486535">
              <a:lnSpc>
                <a:spcPct val="100000"/>
              </a:lnSpc>
              <a:spcBef>
                <a:spcPts val="1250"/>
              </a:spcBef>
            </a:pPr>
            <a:r>
              <a:rPr sz="1400" b="1" spc="-25" dirty="0">
                <a:latin typeface="Tahoma"/>
                <a:cs typeface="Tahoma"/>
              </a:rPr>
              <a:t>Como</a:t>
            </a:r>
            <a:r>
              <a:rPr sz="1400" b="1" spc="-50" dirty="0">
                <a:latin typeface="Tahoma"/>
                <a:cs typeface="Tahoma"/>
              </a:rPr>
              <a:t> </a:t>
            </a:r>
            <a:r>
              <a:rPr sz="1400" b="1" spc="-65" dirty="0">
                <a:latin typeface="Tahoma"/>
                <a:cs typeface="Tahoma"/>
              </a:rPr>
              <a:t>resolver</a:t>
            </a:r>
            <a:r>
              <a:rPr sz="1400" b="1" spc="-45" dirty="0">
                <a:latin typeface="Tahoma"/>
                <a:cs typeface="Tahoma"/>
              </a:rPr>
              <a:t> </a:t>
            </a:r>
            <a:r>
              <a:rPr sz="1400" b="1" spc="-125" dirty="0">
                <a:latin typeface="Tahoma"/>
                <a:cs typeface="Tahoma"/>
              </a:rPr>
              <a:t>esse</a:t>
            </a:r>
            <a:r>
              <a:rPr sz="1400" b="1" spc="-45" dirty="0">
                <a:latin typeface="Tahoma"/>
                <a:cs typeface="Tahoma"/>
              </a:rPr>
              <a:t> </a:t>
            </a:r>
            <a:r>
              <a:rPr sz="1400" b="1" spc="-10" dirty="0">
                <a:latin typeface="Tahoma"/>
                <a:cs typeface="Tahoma"/>
              </a:rPr>
              <a:t>problema?</a:t>
            </a:r>
            <a:endParaRPr sz="14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00"/>
              </a:spcBef>
            </a:pPr>
            <a:endParaRPr sz="1400">
              <a:latin typeface="Tahoma"/>
              <a:cs typeface="Tahoma"/>
            </a:endParaRPr>
          </a:p>
          <a:p>
            <a:pPr marR="5080" algn="r">
              <a:lnSpc>
                <a:spcPct val="100000"/>
              </a:lnSpc>
              <a:spcBef>
                <a:spcPts val="5"/>
              </a:spcBef>
            </a:pPr>
            <a:r>
              <a:rPr sz="1000" spc="-20" dirty="0">
                <a:latin typeface="Arial MT"/>
                <a:cs typeface="Arial MT"/>
              </a:rPr>
              <a:t>Utilizando</a:t>
            </a:r>
            <a:r>
              <a:rPr sz="1000" spc="35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vetores!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0" y="3202038"/>
            <a:ext cx="5760085" cy="38100"/>
          </a:xfrm>
          <a:custGeom>
            <a:avLst/>
            <a:gdLst/>
            <a:ahLst/>
            <a:cxnLst/>
            <a:rect l="l" t="t" r="r" b="b"/>
            <a:pathLst>
              <a:path w="5760085" h="38100">
                <a:moveTo>
                  <a:pt x="5759996" y="0"/>
                </a:moveTo>
                <a:lnTo>
                  <a:pt x="0" y="0"/>
                </a:lnTo>
                <a:lnTo>
                  <a:pt x="0" y="37960"/>
                </a:lnTo>
                <a:lnTo>
                  <a:pt x="5759996" y="37960"/>
                </a:lnTo>
                <a:lnTo>
                  <a:pt x="5759996" y="0"/>
                </a:lnTo>
                <a:close/>
              </a:path>
            </a:pathLst>
          </a:custGeom>
          <a:solidFill>
            <a:srgbClr val="00AC8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fld id="{81D60167-4931-47E6-BA6A-407CBD079E47}" type="slidenum">
              <a:rPr spc="-25" dirty="0"/>
              <a:t>7</a:t>
            </a:fld>
            <a:endParaRPr spc="-25" dirty="0"/>
          </a:p>
        </p:txBody>
      </p:sp>
    </p:spTree>
  </p:cSld>
  <p:clrMapOvr>
    <a:masterClrMapping/>
  </p:clrMapOvr>
  <p:transition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Vetores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2308609" y="721568"/>
          <a:ext cx="1296035" cy="2711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74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3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63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637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749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1145">
                <a:tc>
                  <a:txBody>
                    <a:bodyPr/>
                    <a:lstStyle/>
                    <a:p>
                      <a:pPr marL="31115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1100" spc="-25" dirty="0">
                          <a:latin typeface="Arial MT"/>
                          <a:cs typeface="Arial MT"/>
                        </a:rPr>
                        <a:t>0.0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17780" marB="0">
                    <a:lnL w="6350">
                      <a:solidFill>
                        <a:srgbClr val="005B5B"/>
                      </a:solidFill>
                      <a:prstDash val="solid"/>
                    </a:lnL>
                    <a:lnR w="6350">
                      <a:solidFill>
                        <a:srgbClr val="005B5B"/>
                      </a:solidFill>
                      <a:prstDash val="solid"/>
                    </a:lnR>
                    <a:lnT w="6350">
                      <a:solidFill>
                        <a:srgbClr val="005B5B"/>
                      </a:solidFill>
                      <a:prstDash val="solid"/>
                    </a:lnT>
                    <a:lnB w="76200">
                      <a:solidFill>
                        <a:srgbClr val="CCE2B8"/>
                      </a:solidFill>
                      <a:prstDash val="solid"/>
                    </a:lnB>
                    <a:solidFill>
                      <a:srgbClr val="99D3CC"/>
                    </a:solidFill>
                  </a:tcPr>
                </a:tc>
                <a:tc>
                  <a:txBody>
                    <a:bodyPr/>
                    <a:lstStyle/>
                    <a:p>
                      <a:pPr marL="40005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1100" spc="-25" dirty="0">
                          <a:latin typeface="Arial MT"/>
                          <a:cs typeface="Arial MT"/>
                        </a:rPr>
                        <a:t>0.0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17780" marB="0">
                    <a:lnL w="6350">
                      <a:solidFill>
                        <a:srgbClr val="005B5B"/>
                      </a:solidFill>
                      <a:prstDash val="solid"/>
                    </a:lnL>
                    <a:lnR w="6350">
                      <a:solidFill>
                        <a:srgbClr val="005B5B"/>
                      </a:solidFill>
                      <a:prstDash val="solid"/>
                    </a:lnR>
                    <a:lnT w="6350">
                      <a:solidFill>
                        <a:srgbClr val="005B5B"/>
                      </a:solidFill>
                      <a:prstDash val="solid"/>
                    </a:lnT>
                    <a:lnB w="76200">
                      <a:solidFill>
                        <a:srgbClr val="CCE2B8"/>
                      </a:solidFill>
                      <a:prstDash val="solid"/>
                    </a:lnB>
                    <a:solidFill>
                      <a:srgbClr val="99D3CC"/>
                    </a:solidFill>
                  </a:tcPr>
                </a:tc>
                <a:tc>
                  <a:txBody>
                    <a:bodyPr/>
                    <a:lstStyle/>
                    <a:p>
                      <a:pPr marL="40005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1100" spc="-25" dirty="0">
                          <a:latin typeface="Arial MT"/>
                          <a:cs typeface="Arial MT"/>
                        </a:rPr>
                        <a:t>0.0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17780" marB="0">
                    <a:lnL w="6350">
                      <a:solidFill>
                        <a:srgbClr val="005B5B"/>
                      </a:solidFill>
                      <a:prstDash val="solid"/>
                    </a:lnL>
                    <a:lnR w="6350">
                      <a:solidFill>
                        <a:srgbClr val="005B5B"/>
                      </a:solidFill>
                      <a:prstDash val="solid"/>
                    </a:lnR>
                    <a:lnT w="6350">
                      <a:solidFill>
                        <a:srgbClr val="005B5B"/>
                      </a:solidFill>
                      <a:prstDash val="solid"/>
                    </a:lnT>
                    <a:lnB w="76200">
                      <a:solidFill>
                        <a:srgbClr val="CCE2B8"/>
                      </a:solidFill>
                      <a:prstDash val="solid"/>
                    </a:lnB>
                    <a:solidFill>
                      <a:srgbClr val="99D3CC"/>
                    </a:solidFill>
                  </a:tcPr>
                </a:tc>
                <a:tc>
                  <a:txBody>
                    <a:bodyPr/>
                    <a:lstStyle/>
                    <a:p>
                      <a:pPr marL="40005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1100" spc="-25" dirty="0">
                          <a:latin typeface="Arial MT"/>
                          <a:cs typeface="Arial MT"/>
                        </a:rPr>
                        <a:t>0.0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17780" marB="0">
                    <a:lnL w="6350">
                      <a:solidFill>
                        <a:srgbClr val="005B5B"/>
                      </a:solidFill>
                      <a:prstDash val="solid"/>
                    </a:lnL>
                    <a:lnR w="6350">
                      <a:solidFill>
                        <a:srgbClr val="005B5B"/>
                      </a:solidFill>
                      <a:prstDash val="solid"/>
                    </a:lnR>
                    <a:lnT w="6350">
                      <a:solidFill>
                        <a:srgbClr val="005B5B"/>
                      </a:solidFill>
                      <a:prstDash val="solid"/>
                    </a:lnT>
                    <a:lnB w="76200">
                      <a:solidFill>
                        <a:srgbClr val="CCE2B8"/>
                      </a:solidFill>
                      <a:prstDash val="solid"/>
                    </a:lnB>
                    <a:solidFill>
                      <a:srgbClr val="99D3CC"/>
                    </a:solidFill>
                  </a:tcPr>
                </a:tc>
                <a:tc>
                  <a:txBody>
                    <a:bodyPr/>
                    <a:lstStyle/>
                    <a:p>
                      <a:pPr marL="40005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1100" spc="-25" dirty="0">
                          <a:latin typeface="Arial MT"/>
                          <a:cs typeface="Arial MT"/>
                        </a:rPr>
                        <a:t>0.0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17780" marB="0">
                    <a:lnL w="6350">
                      <a:solidFill>
                        <a:srgbClr val="005B5B"/>
                      </a:solidFill>
                      <a:prstDash val="solid"/>
                    </a:lnL>
                    <a:lnR w="6350">
                      <a:solidFill>
                        <a:srgbClr val="005B5B"/>
                      </a:solidFill>
                      <a:prstDash val="solid"/>
                    </a:lnR>
                    <a:lnT w="6350">
                      <a:solidFill>
                        <a:srgbClr val="005B5B"/>
                      </a:solidFill>
                      <a:prstDash val="solid"/>
                    </a:lnT>
                    <a:lnB w="76200">
                      <a:solidFill>
                        <a:srgbClr val="CCE2B8"/>
                      </a:solidFill>
                      <a:prstDash val="solid"/>
                    </a:lnB>
                    <a:solidFill>
                      <a:srgbClr val="99D3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2393460" y="968852"/>
            <a:ext cx="1049655" cy="1219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259079" algn="l"/>
                <a:tab pos="505459" algn="l"/>
                <a:tab pos="752475" algn="l"/>
                <a:tab pos="998855" algn="l"/>
              </a:tabLst>
            </a:pPr>
            <a:r>
              <a:rPr sz="600" spc="-50" dirty="0">
                <a:latin typeface="Arial MT"/>
                <a:cs typeface="Arial MT"/>
              </a:rPr>
              <a:t>0</a:t>
            </a:r>
            <a:r>
              <a:rPr sz="600" dirty="0">
                <a:latin typeface="Arial MT"/>
                <a:cs typeface="Arial MT"/>
              </a:rPr>
              <a:t>	</a:t>
            </a:r>
            <a:r>
              <a:rPr sz="600" spc="-50" dirty="0">
                <a:latin typeface="Arial MT"/>
                <a:cs typeface="Arial MT"/>
              </a:rPr>
              <a:t>1</a:t>
            </a:r>
            <a:r>
              <a:rPr sz="600" dirty="0">
                <a:latin typeface="Arial MT"/>
                <a:cs typeface="Arial MT"/>
              </a:rPr>
              <a:t>	</a:t>
            </a:r>
            <a:r>
              <a:rPr sz="600" spc="-50" dirty="0">
                <a:latin typeface="Arial MT"/>
                <a:cs typeface="Arial MT"/>
              </a:rPr>
              <a:t>2</a:t>
            </a:r>
            <a:r>
              <a:rPr sz="600" dirty="0">
                <a:latin typeface="Arial MT"/>
                <a:cs typeface="Arial MT"/>
              </a:rPr>
              <a:t>	</a:t>
            </a:r>
            <a:r>
              <a:rPr sz="600" spc="-50" dirty="0">
                <a:latin typeface="Arial MT"/>
                <a:cs typeface="Arial MT"/>
              </a:rPr>
              <a:t>3</a:t>
            </a:r>
            <a:r>
              <a:rPr sz="600" dirty="0">
                <a:latin typeface="Arial MT"/>
                <a:cs typeface="Arial MT"/>
              </a:rPr>
              <a:t>	</a:t>
            </a:r>
            <a:r>
              <a:rPr sz="600" spc="-50" dirty="0">
                <a:latin typeface="Arial MT"/>
                <a:cs typeface="Arial MT"/>
              </a:rPr>
              <a:t>4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1292" y="1246464"/>
            <a:ext cx="3989704" cy="14306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816735">
              <a:lnSpc>
                <a:spcPct val="100000"/>
              </a:lnSpc>
              <a:spcBef>
                <a:spcPts val="135"/>
              </a:spcBef>
            </a:pPr>
            <a:r>
              <a:rPr sz="1000" b="1" spc="-30" dirty="0">
                <a:solidFill>
                  <a:srgbClr val="00AC8C"/>
                </a:solidFill>
                <a:latin typeface="Arial"/>
                <a:cs typeface="Arial"/>
              </a:rPr>
              <a:t>double</a:t>
            </a:r>
            <a:r>
              <a:rPr sz="1000" b="1" spc="114" dirty="0">
                <a:solidFill>
                  <a:srgbClr val="00AC8C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595959"/>
                </a:solidFill>
                <a:latin typeface="MingLiU_HKSCS-ExtB"/>
                <a:cs typeface="MingLiU_HKSCS-ExtB"/>
              </a:rPr>
              <a:t>notas</a:t>
            </a:r>
            <a:r>
              <a:rPr sz="1000" dirty="0">
                <a:solidFill>
                  <a:srgbClr val="B25900"/>
                </a:solidFill>
                <a:latin typeface="MingLiU_HKSCS-ExtB"/>
                <a:cs typeface="MingLiU_HKSCS-ExtB"/>
              </a:rPr>
              <a:t>[]</a:t>
            </a:r>
            <a:r>
              <a:rPr sz="1000" dirty="0">
                <a:solidFill>
                  <a:srgbClr val="595959"/>
                </a:solidFill>
                <a:latin typeface="MingLiU_HKSCS-ExtB"/>
                <a:cs typeface="MingLiU_HKSCS-ExtB"/>
              </a:rPr>
              <a:t>=</a:t>
            </a:r>
            <a:r>
              <a:rPr sz="1000" spc="-110" dirty="0">
                <a:solidFill>
                  <a:srgbClr val="595959"/>
                </a:solidFill>
                <a:latin typeface="MingLiU_HKSCS-ExtB"/>
                <a:cs typeface="MingLiU_HKSCS-ExtB"/>
              </a:rPr>
              <a:t> </a:t>
            </a:r>
            <a:r>
              <a:rPr sz="1000" b="1" spc="-100" dirty="0">
                <a:solidFill>
                  <a:srgbClr val="00AC8C"/>
                </a:solidFill>
                <a:latin typeface="Arial"/>
                <a:cs typeface="Arial"/>
              </a:rPr>
              <a:t>new</a:t>
            </a:r>
            <a:r>
              <a:rPr sz="1000" b="1" spc="114" dirty="0">
                <a:solidFill>
                  <a:srgbClr val="00AC8C"/>
                </a:solidFill>
                <a:latin typeface="Arial"/>
                <a:cs typeface="Arial"/>
              </a:rPr>
              <a:t> </a:t>
            </a:r>
            <a:r>
              <a:rPr sz="1000" b="1" spc="-10" dirty="0">
                <a:solidFill>
                  <a:srgbClr val="00AC8C"/>
                </a:solidFill>
                <a:latin typeface="Arial"/>
                <a:cs typeface="Arial"/>
              </a:rPr>
              <a:t>double</a:t>
            </a:r>
            <a:r>
              <a:rPr sz="1000" spc="-10" dirty="0">
                <a:solidFill>
                  <a:srgbClr val="B25900"/>
                </a:solidFill>
                <a:latin typeface="MingLiU_HKSCS-ExtB"/>
                <a:cs typeface="MingLiU_HKSCS-ExtB"/>
              </a:rPr>
              <a:t>[</a:t>
            </a:r>
            <a:r>
              <a:rPr sz="1000" spc="-10" dirty="0">
                <a:solidFill>
                  <a:srgbClr val="595959"/>
                </a:solidFill>
                <a:latin typeface="MingLiU_HKSCS-ExtB"/>
                <a:cs typeface="MingLiU_HKSCS-ExtB"/>
              </a:rPr>
              <a:t>5</a:t>
            </a:r>
            <a:r>
              <a:rPr sz="1000" spc="-10" dirty="0">
                <a:solidFill>
                  <a:srgbClr val="B25900"/>
                </a:solidFill>
                <a:latin typeface="MingLiU_HKSCS-ExtB"/>
                <a:cs typeface="MingLiU_HKSCS-ExtB"/>
              </a:rPr>
              <a:t>]</a:t>
            </a:r>
            <a:r>
              <a:rPr sz="1400" spc="-10" dirty="0">
                <a:latin typeface="Arial MT"/>
                <a:cs typeface="Arial MT"/>
              </a:rPr>
              <a:t>;</a:t>
            </a:r>
            <a:endParaRPr sz="1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625"/>
              </a:spcBef>
            </a:pPr>
            <a:endParaRPr sz="1000">
              <a:latin typeface="Arial MT"/>
              <a:cs typeface="Arial MT"/>
            </a:endParaRPr>
          </a:p>
          <a:p>
            <a:pPr marL="166370" indent="-153670">
              <a:lnSpc>
                <a:spcPct val="100000"/>
              </a:lnSpc>
              <a:buClr>
                <a:srgbClr val="00AC8C"/>
              </a:buClr>
              <a:buFont typeface="Arial MT"/>
              <a:buChar char="•"/>
              <a:tabLst>
                <a:tab pos="166370" algn="l"/>
              </a:tabLst>
            </a:pPr>
            <a:r>
              <a:rPr sz="1400" b="1" dirty="0">
                <a:latin typeface="Tahoma"/>
                <a:cs typeface="Tahoma"/>
              </a:rPr>
              <a:t>É</a:t>
            </a:r>
            <a:r>
              <a:rPr sz="1400" b="1" spc="-45" dirty="0">
                <a:latin typeface="Tahoma"/>
                <a:cs typeface="Tahoma"/>
              </a:rPr>
              <a:t> </a:t>
            </a:r>
            <a:r>
              <a:rPr sz="1400" b="1" spc="-80" dirty="0">
                <a:latin typeface="Tahoma"/>
                <a:cs typeface="Tahoma"/>
              </a:rPr>
              <a:t>uma</a:t>
            </a:r>
            <a:r>
              <a:rPr sz="1400" b="1" spc="-45" dirty="0">
                <a:latin typeface="Tahoma"/>
                <a:cs typeface="Tahoma"/>
              </a:rPr>
              <a:t> </a:t>
            </a:r>
            <a:r>
              <a:rPr sz="1400" b="1" spc="-50" dirty="0">
                <a:latin typeface="Tahoma"/>
                <a:cs typeface="Tahoma"/>
              </a:rPr>
              <a:t>variável</a:t>
            </a:r>
            <a:r>
              <a:rPr sz="1400" b="1" spc="-45" dirty="0">
                <a:latin typeface="Tahoma"/>
                <a:cs typeface="Tahoma"/>
              </a:rPr>
              <a:t> </a:t>
            </a:r>
            <a:r>
              <a:rPr sz="1400" b="1" spc="-75" dirty="0">
                <a:latin typeface="Tahoma"/>
                <a:cs typeface="Tahoma"/>
              </a:rPr>
              <a:t>homogênea</a:t>
            </a:r>
            <a:r>
              <a:rPr sz="1400" b="1" spc="-40" dirty="0">
                <a:latin typeface="Tahoma"/>
                <a:cs typeface="Tahoma"/>
              </a:rPr>
              <a:t> multidimensional.</a:t>
            </a:r>
            <a:endParaRPr sz="1400">
              <a:latin typeface="Tahoma"/>
              <a:cs typeface="Tahoma"/>
            </a:endParaRPr>
          </a:p>
          <a:p>
            <a:pPr marL="313690" lvl="1" indent="-157480">
              <a:lnSpc>
                <a:spcPct val="100000"/>
              </a:lnSpc>
              <a:spcBef>
                <a:spcPts val="495"/>
              </a:spcBef>
              <a:buClr>
                <a:srgbClr val="00AC8C"/>
              </a:buClr>
              <a:buChar char="–"/>
              <a:tabLst>
                <a:tab pos="313690" algn="l"/>
              </a:tabLst>
            </a:pPr>
            <a:r>
              <a:rPr sz="1200" spc="-25" dirty="0">
                <a:latin typeface="Arial MT"/>
                <a:cs typeface="Arial MT"/>
              </a:rPr>
              <a:t>conjunto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spc="-85" dirty="0">
                <a:latin typeface="Arial MT"/>
                <a:cs typeface="Arial MT"/>
              </a:rPr>
              <a:t>de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spc="-50" dirty="0">
                <a:latin typeface="Arial MT"/>
                <a:cs typeface="Arial MT"/>
              </a:rPr>
              <a:t>variáveis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spc="-60" dirty="0">
                <a:latin typeface="Arial MT"/>
                <a:cs typeface="Arial MT"/>
              </a:rPr>
              <a:t>do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spc="-85" dirty="0">
                <a:latin typeface="Arial MT"/>
                <a:cs typeface="Arial MT"/>
              </a:rPr>
              <a:t>mesmo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spc="-20" dirty="0">
                <a:latin typeface="Arial MT"/>
                <a:cs typeface="Arial MT"/>
              </a:rPr>
              <a:t>tipo;</a:t>
            </a:r>
            <a:endParaRPr sz="1200">
              <a:latin typeface="Arial MT"/>
              <a:cs typeface="Arial MT"/>
            </a:endParaRPr>
          </a:p>
          <a:p>
            <a:pPr marL="313690" lvl="1" indent="-157480">
              <a:lnSpc>
                <a:spcPct val="100000"/>
              </a:lnSpc>
              <a:spcBef>
                <a:spcPts val="540"/>
              </a:spcBef>
              <a:buClr>
                <a:srgbClr val="00AC8C"/>
              </a:buClr>
              <a:buChar char="–"/>
              <a:tabLst>
                <a:tab pos="313690" algn="l"/>
              </a:tabLst>
            </a:pPr>
            <a:r>
              <a:rPr sz="1200" spc="-85" dirty="0">
                <a:latin typeface="Arial MT"/>
                <a:cs typeface="Arial MT"/>
              </a:rPr>
              <a:t>possuem</a:t>
            </a:r>
            <a:r>
              <a:rPr sz="1200" spc="5" dirty="0">
                <a:latin typeface="Arial MT"/>
                <a:cs typeface="Arial MT"/>
              </a:rPr>
              <a:t> </a:t>
            </a:r>
            <a:r>
              <a:rPr sz="1200" spc="-70" dirty="0">
                <a:latin typeface="Arial MT"/>
                <a:cs typeface="Arial MT"/>
              </a:rPr>
              <a:t>o</a:t>
            </a:r>
            <a:r>
              <a:rPr sz="1200" spc="5" dirty="0">
                <a:latin typeface="Arial MT"/>
                <a:cs typeface="Arial MT"/>
              </a:rPr>
              <a:t> </a:t>
            </a:r>
            <a:r>
              <a:rPr sz="1200" spc="-85" dirty="0">
                <a:latin typeface="Arial MT"/>
                <a:cs typeface="Arial MT"/>
              </a:rPr>
              <a:t>mesmo</a:t>
            </a:r>
            <a:r>
              <a:rPr sz="1200" spc="5" dirty="0">
                <a:latin typeface="Arial MT"/>
                <a:cs typeface="Arial MT"/>
              </a:rPr>
              <a:t> </a:t>
            </a:r>
            <a:r>
              <a:rPr sz="1200" spc="-20" dirty="0">
                <a:latin typeface="Arial MT"/>
                <a:cs typeface="Arial MT"/>
              </a:rPr>
              <a:t>identificador</a:t>
            </a:r>
            <a:r>
              <a:rPr sz="1200" spc="5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(nome);</a:t>
            </a:r>
            <a:endParaRPr sz="1200">
              <a:latin typeface="Arial MT"/>
              <a:cs typeface="Arial MT"/>
            </a:endParaRPr>
          </a:p>
          <a:p>
            <a:pPr marL="313690" lvl="1" indent="-157480">
              <a:lnSpc>
                <a:spcPct val="100000"/>
              </a:lnSpc>
              <a:spcBef>
                <a:spcPts val="535"/>
              </a:spcBef>
              <a:buClr>
                <a:srgbClr val="00AC8C"/>
              </a:buClr>
              <a:buChar char="–"/>
              <a:tabLst>
                <a:tab pos="313690" algn="l"/>
              </a:tabLst>
            </a:pPr>
            <a:r>
              <a:rPr sz="1200" spc="-105" dirty="0">
                <a:latin typeface="Arial MT"/>
                <a:cs typeface="Arial MT"/>
              </a:rPr>
              <a:t>são</a:t>
            </a:r>
            <a:r>
              <a:rPr sz="1200" dirty="0">
                <a:latin typeface="Arial MT"/>
                <a:cs typeface="Arial MT"/>
              </a:rPr>
              <a:t> </a:t>
            </a:r>
            <a:r>
              <a:rPr sz="1200" spc="-80" dirty="0">
                <a:latin typeface="Arial MT"/>
                <a:cs typeface="Arial MT"/>
              </a:rPr>
              <a:t>alocadas</a:t>
            </a:r>
            <a:r>
              <a:rPr sz="1200" dirty="0">
                <a:latin typeface="Arial MT"/>
                <a:cs typeface="Arial MT"/>
              </a:rPr>
              <a:t> </a:t>
            </a:r>
            <a:r>
              <a:rPr sz="1200" spc="-55" dirty="0">
                <a:latin typeface="Arial MT"/>
                <a:cs typeface="Arial MT"/>
              </a:rPr>
              <a:t>sequencialmente</a:t>
            </a:r>
            <a:r>
              <a:rPr sz="1200" dirty="0">
                <a:latin typeface="Arial MT"/>
                <a:cs typeface="Arial MT"/>
              </a:rPr>
              <a:t> </a:t>
            </a:r>
            <a:r>
              <a:rPr sz="1200" spc="-60" dirty="0">
                <a:latin typeface="Arial MT"/>
                <a:cs typeface="Arial MT"/>
              </a:rPr>
              <a:t>na</a:t>
            </a:r>
            <a:r>
              <a:rPr sz="1200" spc="5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memória.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0" y="3202038"/>
            <a:ext cx="5760085" cy="38100"/>
          </a:xfrm>
          <a:custGeom>
            <a:avLst/>
            <a:gdLst/>
            <a:ahLst/>
            <a:cxnLst/>
            <a:rect l="l" t="t" r="r" b="b"/>
            <a:pathLst>
              <a:path w="5760085" h="38100">
                <a:moveTo>
                  <a:pt x="5759996" y="0"/>
                </a:moveTo>
                <a:lnTo>
                  <a:pt x="0" y="0"/>
                </a:lnTo>
                <a:lnTo>
                  <a:pt x="0" y="37960"/>
                </a:lnTo>
                <a:lnTo>
                  <a:pt x="5759996" y="37960"/>
                </a:lnTo>
                <a:lnTo>
                  <a:pt x="5759996" y="0"/>
                </a:lnTo>
                <a:close/>
              </a:path>
            </a:pathLst>
          </a:custGeom>
          <a:solidFill>
            <a:srgbClr val="00AC8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fld id="{81D60167-4931-47E6-BA6A-407CBD079E47}" type="slidenum">
              <a:rPr spc="-25" dirty="0"/>
              <a:t>8</a:t>
            </a:fld>
            <a:endParaRPr spc="-25" dirty="0"/>
          </a:p>
        </p:txBody>
      </p:sp>
    </p:spTree>
  </p:cSld>
  <p:clrMapOvr>
    <a:masterClrMapping/>
  </p:clrMapOvr>
  <p:transition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40" dirty="0"/>
              <a:t>Sintaxe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13447" y="652193"/>
            <a:ext cx="376047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b="1" spc="75" dirty="0">
                <a:latin typeface="Arial"/>
                <a:cs typeface="Arial"/>
              </a:rPr>
              <a:t>tipo</a:t>
            </a:r>
            <a:r>
              <a:rPr sz="1400" b="1" spc="320" dirty="0">
                <a:latin typeface="Arial"/>
                <a:cs typeface="Arial"/>
              </a:rPr>
              <a:t> </a:t>
            </a:r>
            <a:r>
              <a:rPr sz="1400" dirty="0">
                <a:latin typeface="MingLiU_HKSCS-ExtB"/>
                <a:cs typeface="MingLiU_HKSCS-ExtB"/>
              </a:rPr>
              <a:t>identificador[]</a:t>
            </a:r>
            <a:r>
              <a:rPr sz="1400" spc="15" dirty="0">
                <a:latin typeface="MingLiU_HKSCS-ExtB"/>
                <a:cs typeface="MingLiU_HKSCS-ExtB"/>
              </a:rPr>
              <a:t> </a:t>
            </a:r>
            <a:r>
              <a:rPr sz="1400" dirty="0">
                <a:latin typeface="MingLiU_HKSCS-ExtB"/>
                <a:cs typeface="MingLiU_HKSCS-ExtB"/>
              </a:rPr>
              <a:t>=</a:t>
            </a:r>
            <a:r>
              <a:rPr sz="1400" spc="15" dirty="0">
                <a:latin typeface="MingLiU_HKSCS-ExtB"/>
                <a:cs typeface="MingLiU_HKSCS-ExtB"/>
              </a:rPr>
              <a:t> </a:t>
            </a:r>
            <a:r>
              <a:rPr sz="1400" b="1" spc="-114" dirty="0">
                <a:latin typeface="Arial"/>
                <a:cs typeface="Arial"/>
              </a:rPr>
              <a:t>new</a:t>
            </a:r>
            <a:r>
              <a:rPr sz="1400" b="1" spc="325" dirty="0">
                <a:latin typeface="Arial"/>
                <a:cs typeface="Arial"/>
              </a:rPr>
              <a:t> </a:t>
            </a:r>
            <a:r>
              <a:rPr sz="1400" b="1" spc="-10" dirty="0">
                <a:latin typeface="Arial"/>
                <a:cs typeface="Arial"/>
              </a:rPr>
              <a:t>tipo</a:t>
            </a:r>
            <a:r>
              <a:rPr sz="1400" spc="-10" dirty="0">
                <a:latin typeface="MingLiU_HKSCS-ExtB"/>
                <a:cs typeface="MingLiU_HKSCS-ExtB"/>
              </a:rPr>
              <a:t>[tamanho];</a:t>
            </a:r>
            <a:endParaRPr sz="1400">
              <a:latin typeface="MingLiU_HKSCS-ExtB"/>
              <a:cs typeface="MingLiU_HKSCS-ExtB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929942" y="1019121"/>
            <a:ext cx="190055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000" b="1" spc="-30" dirty="0">
                <a:solidFill>
                  <a:srgbClr val="00AC8C"/>
                </a:solidFill>
                <a:latin typeface="Arial"/>
                <a:cs typeface="Arial"/>
              </a:rPr>
              <a:t>double</a:t>
            </a:r>
            <a:r>
              <a:rPr sz="1000" b="1" spc="114" dirty="0">
                <a:solidFill>
                  <a:srgbClr val="00AC8C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595959"/>
                </a:solidFill>
                <a:latin typeface="MingLiU_HKSCS-ExtB"/>
                <a:cs typeface="MingLiU_HKSCS-ExtB"/>
              </a:rPr>
              <a:t>notas</a:t>
            </a:r>
            <a:r>
              <a:rPr sz="1000" dirty="0">
                <a:solidFill>
                  <a:srgbClr val="B25900"/>
                </a:solidFill>
                <a:latin typeface="MingLiU_HKSCS-ExtB"/>
                <a:cs typeface="MingLiU_HKSCS-ExtB"/>
              </a:rPr>
              <a:t>[]</a:t>
            </a:r>
            <a:r>
              <a:rPr sz="1000" dirty="0">
                <a:solidFill>
                  <a:srgbClr val="595959"/>
                </a:solidFill>
                <a:latin typeface="MingLiU_HKSCS-ExtB"/>
                <a:cs typeface="MingLiU_HKSCS-ExtB"/>
              </a:rPr>
              <a:t>=</a:t>
            </a:r>
            <a:r>
              <a:rPr sz="1000" spc="-110" dirty="0">
                <a:solidFill>
                  <a:srgbClr val="595959"/>
                </a:solidFill>
                <a:latin typeface="MingLiU_HKSCS-ExtB"/>
                <a:cs typeface="MingLiU_HKSCS-ExtB"/>
              </a:rPr>
              <a:t> </a:t>
            </a:r>
            <a:r>
              <a:rPr sz="1000" b="1" spc="-100" dirty="0">
                <a:solidFill>
                  <a:srgbClr val="00AC8C"/>
                </a:solidFill>
                <a:latin typeface="Arial"/>
                <a:cs typeface="Arial"/>
              </a:rPr>
              <a:t>new</a:t>
            </a:r>
            <a:r>
              <a:rPr sz="1000" b="1" spc="114" dirty="0">
                <a:solidFill>
                  <a:srgbClr val="00AC8C"/>
                </a:solidFill>
                <a:latin typeface="Arial"/>
                <a:cs typeface="Arial"/>
              </a:rPr>
              <a:t> </a:t>
            </a:r>
            <a:r>
              <a:rPr sz="1000" b="1" spc="-35" dirty="0">
                <a:solidFill>
                  <a:srgbClr val="00AC8C"/>
                </a:solidFill>
                <a:latin typeface="Arial"/>
                <a:cs typeface="Arial"/>
              </a:rPr>
              <a:t>double</a:t>
            </a:r>
            <a:r>
              <a:rPr sz="1000" spc="-35" dirty="0">
                <a:solidFill>
                  <a:srgbClr val="B25900"/>
                </a:solidFill>
                <a:latin typeface="MingLiU_HKSCS-ExtB"/>
                <a:cs typeface="MingLiU_HKSCS-ExtB"/>
              </a:rPr>
              <a:t>[</a:t>
            </a:r>
            <a:r>
              <a:rPr sz="1000" spc="-35" dirty="0">
                <a:solidFill>
                  <a:srgbClr val="595959"/>
                </a:solidFill>
                <a:latin typeface="MingLiU_HKSCS-ExtB"/>
                <a:cs typeface="MingLiU_HKSCS-ExtB"/>
              </a:rPr>
              <a:t>5</a:t>
            </a:r>
            <a:r>
              <a:rPr sz="1000" spc="-35" dirty="0">
                <a:solidFill>
                  <a:srgbClr val="B25900"/>
                </a:solidFill>
                <a:latin typeface="MingLiU_HKSCS-ExtB"/>
                <a:cs typeface="MingLiU_HKSCS-ExtB"/>
              </a:rPr>
              <a:t>]</a:t>
            </a:r>
            <a:r>
              <a:rPr sz="1400" spc="-35" dirty="0">
                <a:latin typeface="Arial MT"/>
                <a:cs typeface="Arial MT"/>
              </a:rPr>
              <a:t>;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846928" y="1058143"/>
            <a:ext cx="1613535" cy="311785"/>
          </a:xfrm>
          <a:custGeom>
            <a:avLst/>
            <a:gdLst/>
            <a:ahLst/>
            <a:cxnLst/>
            <a:rect l="l" t="t" r="r" b="b"/>
            <a:pathLst>
              <a:path w="1613535" h="311784">
                <a:moveTo>
                  <a:pt x="487693" y="110874"/>
                </a:moveTo>
                <a:lnTo>
                  <a:pt x="20884" y="151488"/>
                </a:lnTo>
                <a:lnTo>
                  <a:pt x="5221" y="153540"/>
                </a:lnTo>
                <a:lnTo>
                  <a:pt x="0" y="155874"/>
                </a:lnTo>
                <a:lnTo>
                  <a:pt x="5221" y="158209"/>
                </a:lnTo>
                <a:lnTo>
                  <a:pt x="20884" y="160261"/>
                </a:lnTo>
                <a:lnTo>
                  <a:pt x="487693" y="200875"/>
                </a:lnTo>
                <a:lnTo>
                  <a:pt x="487693" y="261138"/>
                </a:lnTo>
                <a:lnTo>
                  <a:pt x="491671" y="280839"/>
                </a:lnTo>
                <a:lnTo>
                  <a:pt x="502517" y="296926"/>
                </a:lnTo>
                <a:lnTo>
                  <a:pt x="518604" y="307772"/>
                </a:lnTo>
                <a:lnTo>
                  <a:pt x="538304" y="311749"/>
                </a:lnTo>
                <a:lnTo>
                  <a:pt x="1562654" y="311749"/>
                </a:lnTo>
                <a:lnTo>
                  <a:pt x="1582354" y="307772"/>
                </a:lnTo>
                <a:lnTo>
                  <a:pt x="1598441" y="296926"/>
                </a:lnTo>
                <a:lnTo>
                  <a:pt x="1609287" y="280839"/>
                </a:lnTo>
                <a:lnTo>
                  <a:pt x="1613265" y="261138"/>
                </a:lnTo>
                <a:lnTo>
                  <a:pt x="1613265" y="50610"/>
                </a:lnTo>
                <a:lnTo>
                  <a:pt x="1609287" y="30910"/>
                </a:lnTo>
                <a:lnTo>
                  <a:pt x="1598441" y="14823"/>
                </a:lnTo>
                <a:lnTo>
                  <a:pt x="1582354" y="3977"/>
                </a:lnTo>
                <a:lnTo>
                  <a:pt x="1562654" y="0"/>
                </a:lnTo>
                <a:lnTo>
                  <a:pt x="538304" y="0"/>
                </a:lnTo>
                <a:lnTo>
                  <a:pt x="518604" y="3977"/>
                </a:lnTo>
                <a:lnTo>
                  <a:pt x="502517" y="14823"/>
                </a:lnTo>
                <a:lnTo>
                  <a:pt x="491671" y="30910"/>
                </a:lnTo>
                <a:lnTo>
                  <a:pt x="487693" y="50610"/>
                </a:lnTo>
                <a:lnTo>
                  <a:pt x="487693" y="110874"/>
                </a:lnTo>
                <a:close/>
              </a:path>
            </a:pathLst>
          </a:custGeom>
          <a:ln w="50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382604" y="1074329"/>
            <a:ext cx="1029969" cy="2673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marR="5080" indent="8890">
              <a:lnSpc>
                <a:spcPts val="950"/>
              </a:lnSpc>
              <a:spcBef>
                <a:spcPts val="135"/>
              </a:spcBef>
            </a:pPr>
            <a:r>
              <a:rPr sz="800" spc="-40" dirty="0">
                <a:latin typeface="Arial MT"/>
                <a:cs typeface="Arial MT"/>
              </a:rPr>
              <a:t>declarando</a:t>
            </a:r>
            <a:r>
              <a:rPr sz="800" spc="-15" dirty="0">
                <a:latin typeface="Arial MT"/>
                <a:cs typeface="Arial MT"/>
              </a:rPr>
              <a:t> </a:t>
            </a:r>
            <a:r>
              <a:rPr sz="800" spc="-20" dirty="0">
                <a:latin typeface="Arial MT"/>
                <a:cs typeface="Arial MT"/>
              </a:rPr>
              <a:t>um</a:t>
            </a:r>
            <a:r>
              <a:rPr sz="800" spc="-15" dirty="0">
                <a:latin typeface="Arial MT"/>
                <a:cs typeface="Arial MT"/>
              </a:rPr>
              <a:t> </a:t>
            </a:r>
            <a:r>
              <a:rPr sz="800" spc="-25" dirty="0">
                <a:latin typeface="Arial MT"/>
                <a:cs typeface="Arial MT"/>
              </a:rPr>
              <a:t>vetor</a:t>
            </a:r>
            <a:r>
              <a:rPr sz="800" spc="-10" dirty="0">
                <a:latin typeface="Arial MT"/>
                <a:cs typeface="Arial MT"/>
              </a:rPr>
              <a:t> </a:t>
            </a:r>
            <a:r>
              <a:rPr sz="800" spc="-35" dirty="0">
                <a:latin typeface="Arial MT"/>
                <a:cs typeface="Arial MT"/>
              </a:rPr>
              <a:t>de</a:t>
            </a:r>
            <a:r>
              <a:rPr sz="800" spc="500" dirty="0">
                <a:latin typeface="Arial MT"/>
                <a:cs typeface="Arial MT"/>
              </a:rPr>
              <a:t> </a:t>
            </a:r>
            <a:r>
              <a:rPr sz="800" spc="-40" dirty="0">
                <a:latin typeface="Arial MT"/>
                <a:cs typeface="Arial MT"/>
              </a:rPr>
              <a:t>double</a:t>
            </a:r>
            <a:r>
              <a:rPr sz="800" spc="-10" dirty="0">
                <a:latin typeface="Arial MT"/>
                <a:cs typeface="Arial MT"/>
              </a:rPr>
              <a:t> </a:t>
            </a:r>
            <a:r>
              <a:rPr sz="800" spc="-55" dirty="0">
                <a:latin typeface="Arial MT"/>
                <a:cs typeface="Arial MT"/>
              </a:rPr>
              <a:t>com</a:t>
            </a:r>
            <a:r>
              <a:rPr sz="800" spc="-5" dirty="0">
                <a:latin typeface="Arial MT"/>
                <a:cs typeface="Arial MT"/>
              </a:rPr>
              <a:t> </a:t>
            </a:r>
            <a:r>
              <a:rPr sz="800" spc="-90" dirty="0">
                <a:latin typeface="Arial MT"/>
                <a:cs typeface="Arial MT"/>
              </a:rPr>
              <a:t>5</a:t>
            </a:r>
            <a:r>
              <a:rPr sz="800" spc="-5" dirty="0">
                <a:latin typeface="Arial MT"/>
                <a:cs typeface="Arial MT"/>
              </a:rPr>
              <a:t> </a:t>
            </a:r>
            <a:r>
              <a:rPr sz="800" spc="-50" dirty="0">
                <a:latin typeface="Arial MT"/>
                <a:cs typeface="Arial MT"/>
              </a:rPr>
              <a:t>elementos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607681" y="1238672"/>
            <a:ext cx="1139825" cy="682625"/>
          </a:xfrm>
          <a:custGeom>
            <a:avLst/>
            <a:gdLst/>
            <a:ahLst/>
            <a:cxnLst/>
            <a:rect l="l" t="t" r="r" b="b"/>
            <a:pathLst>
              <a:path w="1139825" h="682625">
                <a:moveTo>
                  <a:pt x="503254" y="348089"/>
                </a:moveTo>
                <a:lnTo>
                  <a:pt x="241026" y="15105"/>
                </a:lnTo>
                <a:lnTo>
                  <a:pt x="230744" y="3119"/>
                </a:lnTo>
                <a:lnTo>
                  <a:pt x="225989" y="0"/>
                </a:lnTo>
                <a:lnTo>
                  <a:pt x="226988" y="5597"/>
                </a:lnTo>
                <a:lnTo>
                  <a:pt x="233968" y="19762"/>
                </a:lnTo>
                <a:lnTo>
                  <a:pt x="413253" y="348089"/>
                </a:lnTo>
                <a:lnTo>
                  <a:pt x="50610" y="348089"/>
                </a:lnTo>
                <a:lnTo>
                  <a:pt x="30910" y="352066"/>
                </a:lnTo>
                <a:lnTo>
                  <a:pt x="14823" y="362913"/>
                </a:lnTo>
                <a:lnTo>
                  <a:pt x="3977" y="379000"/>
                </a:lnTo>
                <a:lnTo>
                  <a:pt x="0" y="398700"/>
                </a:lnTo>
                <a:lnTo>
                  <a:pt x="0" y="632003"/>
                </a:lnTo>
                <a:lnTo>
                  <a:pt x="3977" y="651703"/>
                </a:lnTo>
                <a:lnTo>
                  <a:pt x="14823" y="667790"/>
                </a:lnTo>
                <a:lnTo>
                  <a:pt x="30910" y="678636"/>
                </a:lnTo>
                <a:lnTo>
                  <a:pt x="50610" y="682613"/>
                </a:lnTo>
                <a:lnTo>
                  <a:pt x="1088827" y="682613"/>
                </a:lnTo>
                <a:lnTo>
                  <a:pt x="1108528" y="678636"/>
                </a:lnTo>
                <a:lnTo>
                  <a:pt x="1124615" y="667790"/>
                </a:lnTo>
                <a:lnTo>
                  <a:pt x="1135461" y="651703"/>
                </a:lnTo>
                <a:lnTo>
                  <a:pt x="1139438" y="632003"/>
                </a:lnTo>
                <a:lnTo>
                  <a:pt x="1139438" y="398700"/>
                </a:lnTo>
                <a:lnTo>
                  <a:pt x="1135461" y="379000"/>
                </a:lnTo>
                <a:lnTo>
                  <a:pt x="1124615" y="362913"/>
                </a:lnTo>
                <a:lnTo>
                  <a:pt x="1108528" y="352066"/>
                </a:lnTo>
                <a:lnTo>
                  <a:pt x="1088827" y="348089"/>
                </a:lnTo>
                <a:lnTo>
                  <a:pt x="503254" y="348089"/>
                </a:lnTo>
                <a:close/>
              </a:path>
            </a:pathLst>
          </a:custGeom>
          <a:ln w="50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3655669" y="1602954"/>
            <a:ext cx="1043940" cy="2673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220979" marR="5080" indent="-208915">
              <a:lnSpc>
                <a:spcPts val="950"/>
              </a:lnSpc>
              <a:spcBef>
                <a:spcPts val="135"/>
              </a:spcBef>
            </a:pPr>
            <a:r>
              <a:rPr sz="800" spc="-35" dirty="0">
                <a:latin typeface="Arial MT"/>
                <a:cs typeface="Arial MT"/>
              </a:rPr>
              <a:t>equivalente</a:t>
            </a:r>
            <a:r>
              <a:rPr sz="800" spc="-10" dirty="0">
                <a:latin typeface="Arial MT"/>
                <a:cs typeface="Arial MT"/>
              </a:rPr>
              <a:t> </a:t>
            </a:r>
            <a:r>
              <a:rPr sz="800" spc="-75" dirty="0">
                <a:latin typeface="Arial MT"/>
                <a:cs typeface="Arial MT"/>
              </a:rPr>
              <a:t>a</a:t>
            </a:r>
            <a:r>
              <a:rPr sz="800" spc="-5" dirty="0">
                <a:latin typeface="Arial MT"/>
                <a:cs typeface="Arial MT"/>
              </a:rPr>
              <a:t> </a:t>
            </a:r>
            <a:r>
              <a:rPr sz="800" spc="-90" dirty="0">
                <a:latin typeface="Arial MT"/>
                <a:cs typeface="Arial MT"/>
              </a:rPr>
              <a:t>5</a:t>
            </a:r>
            <a:r>
              <a:rPr sz="800" spc="-5" dirty="0">
                <a:latin typeface="Arial MT"/>
                <a:cs typeface="Arial MT"/>
              </a:rPr>
              <a:t> </a:t>
            </a:r>
            <a:r>
              <a:rPr sz="800" spc="-40" dirty="0">
                <a:latin typeface="Arial MT"/>
                <a:cs typeface="Arial MT"/>
              </a:rPr>
              <a:t>variáveis</a:t>
            </a:r>
            <a:r>
              <a:rPr sz="800" spc="500" dirty="0">
                <a:latin typeface="Arial MT"/>
                <a:cs typeface="Arial MT"/>
              </a:rPr>
              <a:t> </a:t>
            </a:r>
            <a:r>
              <a:rPr sz="800" spc="-50" dirty="0">
                <a:latin typeface="Arial MT"/>
                <a:cs typeface="Arial MT"/>
              </a:rPr>
              <a:t>do</a:t>
            </a:r>
            <a:r>
              <a:rPr sz="800" spc="-2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tipo</a:t>
            </a:r>
            <a:r>
              <a:rPr sz="800" spc="-20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double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1292" y="1777729"/>
            <a:ext cx="4294505" cy="1066800"/>
          </a:xfrm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pPr marL="166370" indent="-153670">
              <a:lnSpc>
                <a:spcPct val="100000"/>
              </a:lnSpc>
              <a:spcBef>
                <a:spcPts val="725"/>
              </a:spcBef>
              <a:buClr>
                <a:srgbClr val="00AC8C"/>
              </a:buClr>
              <a:buFont typeface="Arial MT"/>
              <a:buChar char="•"/>
              <a:tabLst>
                <a:tab pos="166370" algn="l"/>
              </a:tabLst>
            </a:pPr>
            <a:r>
              <a:rPr sz="1400" b="1" spc="-30" dirty="0">
                <a:latin typeface="Tahoma"/>
                <a:cs typeface="Tahoma"/>
              </a:rPr>
              <a:t>Um</a:t>
            </a:r>
            <a:r>
              <a:rPr sz="1400" b="1" spc="-40" dirty="0">
                <a:latin typeface="Tahoma"/>
                <a:cs typeface="Tahoma"/>
              </a:rPr>
              <a:t> </a:t>
            </a:r>
            <a:r>
              <a:rPr sz="1400" b="1" spc="-70" dirty="0">
                <a:latin typeface="Tahoma"/>
                <a:cs typeface="Tahoma"/>
              </a:rPr>
              <a:t>vetor</a:t>
            </a:r>
            <a:r>
              <a:rPr sz="1400" b="1" spc="-35" dirty="0">
                <a:latin typeface="Tahoma"/>
                <a:cs typeface="Tahoma"/>
              </a:rPr>
              <a:t> </a:t>
            </a:r>
            <a:r>
              <a:rPr sz="1400" b="1" spc="-10" dirty="0">
                <a:latin typeface="Tahoma"/>
                <a:cs typeface="Tahoma"/>
              </a:rPr>
              <a:t>possui:</a:t>
            </a:r>
            <a:endParaRPr sz="1400">
              <a:latin typeface="Tahoma"/>
              <a:cs typeface="Tahoma"/>
            </a:endParaRPr>
          </a:p>
          <a:p>
            <a:pPr marL="313690" lvl="1" indent="-157480">
              <a:lnSpc>
                <a:spcPct val="100000"/>
              </a:lnSpc>
              <a:spcBef>
                <a:spcPts val="500"/>
              </a:spcBef>
              <a:buClr>
                <a:srgbClr val="00AC8C"/>
              </a:buClr>
              <a:buFont typeface="Arial MT"/>
              <a:buChar char="–"/>
              <a:tabLst>
                <a:tab pos="313690" algn="l"/>
              </a:tabLst>
            </a:pPr>
            <a:r>
              <a:rPr sz="1200" b="1" spc="-55" dirty="0">
                <a:latin typeface="Tahoma"/>
                <a:cs typeface="Tahoma"/>
              </a:rPr>
              <a:t>Tipo:</a:t>
            </a:r>
            <a:r>
              <a:rPr sz="1200" b="1" spc="-30" dirty="0">
                <a:latin typeface="Tahoma"/>
                <a:cs typeface="Tahoma"/>
              </a:rPr>
              <a:t> </a:t>
            </a:r>
            <a:r>
              <a:rPr sz="1200" dirty="0">
                <a:latin typeface="Arial MT"/>
                <a:cs typeface="Arial MT"/>
              </a:rPr>
              <a:t>tipo</a:t>
            </a:r>
            <a:r>
              <a:rPr sz="1200" spc="-40" dirty="0">
                <a:latin typeface="Arial MT"/>
                <a:cs typeface="Arial MT"/>
              </a:rPr>
              <a:t> </a:t>
            </a:r>
            <a:r>
              <a:rPr sz="1200" spc="-85" dirty="0">
                <a:latin typeface="Arial MT"/>
                <a:cs typeface="Arial MT"/>
              </a:rPr>
              <a:t>de</a:t>
            </a:r>
            <a:r>
              <a:rPr sz="1200" spc="-35" dirty="0">
                <a:latin typeface="Arial MT"/>
                <a:cs typeface="Arial MT"/>
              </a:rPr>
              <a:t> </a:t>
            </a:r>
            <a:r>
              <a:rPr sz="1200" spc="-60" dirty="0">
                <a:latin typeface="Arial MT"/>
                <a:cs typeface="Arial MT"/>
              </a:rPr>
              <a:t>dado</a:t>
            </a:r>
            <a:r>
              <a:rPr sz="1200" spc="-35" dirty="0">
                <a:latin typeface="Arial MT"/>
                <a:cs typeface="Arial MT"/>
              </a:rPr>
              <a:t> </a:t>
            </a:r>
            <a:r>
              <a:rPr sz="1200" spc="-70" dirty="0">
                <a:latin typeface="Arial MT"/>
                <a:cs typeface="Arial MT"/>
              </a:rPr>
              <a:t>armazenado</a:t>
            </a:r>
            <a:r>
              <a:rPr sz="1200" spc="-3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(</a:t>
            </a:r>
            <a:r>
              <a:rPr sz="1200" dirty="0">
                <a:latin typeface="MingLiU_HKSCS-ExtB"/>
                <a:cs typeface="MingLiU_HKSCS-ExtB"/>
              </a:rPr>
              <a:t>int,</a:t>
            </a:r>
            <a:r>
              <a:rPr sz="1200" spc="-15" dirty="0">
                <a:latin typeface="MingLiU_HKSCS-ExtB"/>
                <a:cs typeface="MingLiU_HKSCS-ExtB"/>
              </a:rPr>
              <a:t> </a:t>
            </a:r>
            <a:r>
              <a:rPr sz="1200" dirty="0">
                <a:latin typeface="MingLiU_HKSCS-ExtB"/>
                <a:cs typeface="MingLiU_HKSCS-ExtB"/>
              </a:rPr>
              <a:t>float,</a:t>
            </a:r>
            <a:r>
              <a:rPr sz="1200" spc="-15" dirty="0">
                <a:latin typeface="MingLiU_HKSCS-ExtB"/>
                <a:cs typeface="MingLiU_HKSCS-ExtB"/>
              </a:rPr>
              <a:t> </a:t>
            </a:r>
            <a:r>
              <a:rPr sz="1200" dirty="0">
                <a:latin typeface="MingLiU_HKSCS-ExtB"/>
                <a:cs typeface="MingLiU_HKSCS-ExtB"/>
              </a:rPr>
              <a:t>double,</a:t>
            </a:r>
            <a:r>
              <a:rPr sz="1200" spc="-10" dirty="0">
                <a:latin typeface="MingLiU_HKSCS-ExtB"/>
                <a:cs typeface="MingLiU_HKSCS-ExtB"/>
              </a:rPr>
              <a:t> char</a:t>
            </a:r>
            <a:r>
              <a:rPr sz="1200" spc="-10" dirty="0">
                <a:latin typeface="Arial MT"/>
                <a:cs typeface="Arial MT"/>
              </a:rPr>
              <a:t>).</a:t>
            </a:r>
            <a:endParaRPr sz="1200">
              <a:latin typeface="Arial MT"/>
              <a:cs typeface="Arial MT"/>
            </a:endParaRPr>
          </a:p>
          <a:p>
            <a:pPr marL="313690" lvl="1" indent="-157480">
              <a:lnSpc>
                <a:spcPct val="100000"/>
              </a:lnSpc>
              <a:spcBef>
                <a:spcPts val="535"/>
              </a:spcBef>
              <a:buClr>
                <a:srgbClr val="00AC8C"/>
              </a:buClr>
              <a:buFont typeface="Arial MT"/>
              <a:buChar char="–"/>
              <a:tabLst>
                <a:tab pos="313690" algn="l"/>
              </a:tabLst>
            </a:pPr>
            <a:r>
              <a:rPr sz="1200" b="1" spc="-65" dirty="0">
                <a:latin typeface="Tahoma"/>
                <a:cs typeface="Tahoma"/>
              </a:rPr>
              <a:t>Identificador:</a:t>
            </a:r>
            <a:r>
              <a:rPr sz="1200" b="1" dirty="0">
                <a:latin typeface="Tahoma"/>
                <a:cs typeface="Tahoma"/>
              </a:rPr>
              <a:t> </a:t>
            </a:r>
            <a:r>
              <a:rPr sz="1200" spc="-65" dirty="0">
                <a:latin typeface="Arial MT"/>
                <a:cs typeface="Arial MT"/>
              </a:rPr>
              <a:t>nome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spc="-60" dirty="0">
                <a:latin typeface="Arial MT"/>
                <a:cs typeface="Arial MT"/>
              </a:rPr>
              <a:t>do</a:t>
            </a:r>
            <a:r>
              <a:rPr sz="1200" spc="-30" dirty="0">
                <a:latin typeface="Arial MT"/>
                <a:cs typeface="Arial MT"/>
              </a:rPr>
              <a:t> vetor </a:t>
            </a:r>
            <a:r>
              <a:rPr sz="1200" spc="-10" dirty="0">
                <a:latin typeface="Arial MT"/>
                <a:cs typeface="Arial MT"/>
              </a:rPr>
              <a:t>(variável).</a:t>
            </a:r>
            <a:endParaRPr sz="1200">
              <a:latin typeface="Arial MT"/>
              <a:cs typeface="Arial MT"/>
            </a:endParaRPr>
          </a:p>
          <a:p>
            <a:pPr marL="313690" lvl="1" indent="-157480">
              <a:lnSpc>
                <a:spcPct val="100000"/>
              </a:lnSpc>
              <a:spcBef>
                <a:spcPts val="540"/>
              </a:spcBef>
              <a:buClr>
                <a:srgbClr val="00AC8C"/>
              </a:buClr>
              <a:buFont typeface="Arial MT"/>
              <a:buChar char="–"/>
              <a:tabLst>
                <a:tab pos="313690" algn="l"/>
              </a:tabLst>
            </a:pPr>
            <a:r>
              <a:rPr sz="1200" b="1" spc="-75" dirty="0">
                <a:latin typeface="Tahoma"/>
                <a:cs typeface="Tahoma"/>
              </a:rPr>
              <a:t>Tamanho</a:t>
            </a:r>
            <a:r>
              <a:rPr sz="1200" b="1" spc="-20" dirty="0">
                <a:latin typeface="Tahoma"/>
                <a:cs typeface="Tahoma"/>
              </a:rPr>
              <a:t> </a:t>
            </a:r>
            <a:r>
              <a:rPr sz="1200" b="1" spc="-105" dirty="0">
                <a:latin typeface="Tahoma"/>
                <a:cs typeface="Tahoma"/>
              </a:rPr>
              <a:t>(dimensão):</a:t>
            </a:r>
            <a:r>
              <a:rPr sz="1200" b="1" spc="40" dirty="0">
                <a:latin typeface="Tahoma"/>
                <a:cs typeface="Tahoma"/>
              </a:rPr>
              <a:t> </a:t>
            </a:r>
            <a:r>
              <a:rPr sz="1200" spc="-40" dirty="0">
                <a:latin typeface="Arial MT"/>
                <a:cs typeface="Arial MT"/>
              </a:rPr>
              <a:t>quantidade</a:t>
            </a:r>
            <a:r>
              <a:rPr sz="1200" spc="5" dirty="0">
                <a:latin typeface="Arial MT"/>
                <a:cs typeface="Arial MT"/>
              </a:rPr>
              <a:t> </a:t>
            </a:r>
            <a:r>
              <a:rPr sz="1200" spc="-85" dirty="0">
                <a:latin typeface="Arial MT"/>
                <a:cs typeface="Arial MT"/>
              </a:rPr>
              <a:t>de</a:t>
            </a:r>
            <a:r>
              <a:rPr sz="1200" spc="5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itens.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0" y="3202038"/>
            <a:ext cx="5760085" cy="38100"/>
          </a:xfrm>
          <a:custGeom>
            <a:avLst/>
            <a:gdLst/>
            <a:ahLst/>
            <a:cxnLst/>
            <a:rect l="l" t="t" r="r" b="b"/>
            <a:pathLst>
              <a:path w="5760085" h="38100">
                <a:moveTo>
                  <a:pt x="5759996" y="0"/>
                </a:moveTo>
                <a:lnTo>
                  <a:pt x="0" y="0"/>
                </a:lnTo>
                <a:lnTo>
                  <a:pt x="0" y="37960"/>
                </a:lnTo>
                <a:lnTo>
                  <a:pt x="5759996" y="37960"/>
                </a:lnTo>
                <a:lnTo>
                  <a:pt x="5759996" y="0"/>
                </a:lnTo>
                <a:close/>
              </a:path>
            </a:pathLst>
          </a:custGeom>
          <a:solidFill>
            <a:srgbClr val="00AC8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fld id="{81D60167-4931-47E6-BA6A-407CBD079E47}" type="slidenum">
              <a:rPr spc="-25" dirty="0"/>
              <a:t>9</a:t>
            </a:fld>
            <a:endParaRPr spc="-25" dirty="0"/>
          </a:p>
        </p:txBody>
      </p:sp>
    </p:spTree>
  </p:cSld>
  <p:clrMapOvr>
    <a:masterClrMapping/>
  </p:clrMapOvr>
  <p:transition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869617" y="708780"/>
            <a:ext cx="280035" cy="280035"/>
            <a:chOff x="1869617" y="708780"/>
            <a:chExt cx="280035" cy="280035"/>
          </a:xfrm>
        </p:grpSpPr>
        <p:sp>
          <p:nvSpPr>
            <p:cNvPr id="3" name="object 3"/>
            <p:cNvSpPr/>
            <p:nvPr/>
          </p:nvSpPr>
          <p:spPr>
            <a:xfrm>
              <a:off x="1872157" y="711320"/>
              <a:ext cx="274955" cy="274955"/>
            </a:xfrm>
            <a:custGeom>
              <a:avLst/>
              <a:gdLst/>
              <a:ahLst/>
              <a:cxnLst/>
              <a:rect l="l" t="t" r="r" b="b"/>
              <a:pathLst>
                <a:path w="274955" h="274955">
                  <a:moveTo>
                    <a:pt x="274569" y="0"/>
                  </a:moveTo>
                  <a:lnTo>
                    <a:pt x="0" y="0"/>
                  </a:lnTo>
                  <a:lnTo>
                    <a:pt x="0" y="274569"/>
                  </a:lnTo>
                  <a:lnTo>
                    <a:pt x="274569" y="274569"/>
                  </a:lnTo>
                  <a:lnTo>
                    <a:pt x="274569" y="0"/>
                  </a:lnTo>
                  <a:close/>
                </a:path>
              </a:pathLst>
            </a:custGeom>
            <a:solidFill>
              <a:srgbClr val="99D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872157" y="711320"/>
              <a:ext cx="274955" cy="274955"/>
            </a:xfrm>
            <a:custGeom>
              <a:avLst/>
              <a:gdLst/>
              <a:ahLst/>
              <a:cxnLst/>
              <a:rect l="l" t="t" r="r" b="b"/>
              <a:pathLst>
                <a:path w="274955" h="274955">
                  <a:moveTo>
                    <a:pt x="0" y="274569"/>
                  </a:moveTo>
                  <a:lnTo>
                    <a:pt x="274569" y="274569"/>
                  </a:lnTo>
                  <a:lnTo>
                    <a:pt x="274569" y="0"/>
                  </a:lnTo>
                  <a:lnTo>
                    <a:pt x="0" y="0"/>
                  </a:lnTo>
                  <a:lnTo>
                    <a:pt x="0" y="274569"/>
                  </a:lnTo>
                  <a:close/>
                </a:path>
              </a:pathLst>
            </a:custGeom>
            <a:ln w="4824">
              <a:solidFill>
                <a:srgbClr val="005B5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1869617" y="1002186"/>
            <a:ext cx="2059305" cy="89535"/>
            <a:chOff x="1869617" y="1002186"/>
            <a:chExt cx="2059305" cy="89535"/>
          </a:xfrm>
        </p:grpSpPr>
        <p:sp>
          <p:nvSpPr>
            <p:cNvPr id="6" name="object 6"/>
            <p:cNvSpPr/>
            <p:nvPr/>
          </p:nvSpPr>
          <p:spPr>
            <a:xfrm>
              <a:off x="1872157" y="1004726"/>
              <a:ext cx="274955" cy="84455"/>
            </a:xfrm>
            <a:custGeom>
              <a:avLst/>
              <a:gdLst/>
              <a:ahLst/>
              <a:cxnLst/>
              <a:rect l="l" t="t" r="r" b="b"/>
              <a:pathLst>
                <a:path w="274955" h="84455">
                  <a:moveTo>
                    <a:pt x="274569" y="0"/>
                  </a:moveTo>
                  <a:lnTo>
                    <a:pt x="0" y="0"/>
                  </a:lnTo>
                  <a:lnTo>
                    <a:pt x="0" y="83954"/>
                  </a:lnTo>
                  <a:lnTo>
                    <a:pt x="274569" y="83954"/>
                  </a:lnTo>
                  <a:lnTo>
                    <a:pt x="274569" y="0"/>
                  </a:lnTo>
                  <a:close/>
                </a:path>
              </a:pathLst>
            </a:custGeom>
            <a:solidFill>
              <a:srgbClr val="CCE2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872157" y="1004726"/>
              <a:ext cx="274955" cy="84455"/>
            </a:xfrm>
            <a:custGeom>
              <a:avLst/>
              <a:gdLst/>
              <a:ahLst/>
              <a:cxnLst/>
              <a:rect l="l" t="t" r="r" b="b"/>
              <a:pathLst>
                <a:path w="274955" h="84455">
                  <a:moveTo>
                    <a:pt x="0" y="83954"/>
                  </a:moveTo>
                  <a:lnTo>
                    <a:pt x="274569" y="83954"/>
                  </a:lnTo>
                  <a:lnTo>
                    <a:pt x="274569" y="0"/>
                  </a:lnTo>
                  <a:lnTo>
                    <a:pt x="0" y="0"/>
                  </a:lnTo>
                  <a:lnTo>
                    <a:pt x="0" y="83954"/>
                  </a:lnTo>
                  <a:close/>
                </a:path>
              </a:pathLst>
            </a:custGeom>
            <a:ln w="4824">
              <a:solidFill>
                <a:srgbClr val="8F9E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168712" y="1004726"/>
              <a:ext cx="274955" cy="84455"/>
            </a:xfrm>
            <a:custGeom>
              <a:avLst/>
              <a:gdLst/>
              <a:ahLst/>
              <a:cxnLst/>
              <a:rect l="l" t="t" r="r" b="b"/>
              <a:pathLst>
                <a:path w="274955" h="84455">
                  <a:moveTo>
                    <a:pt x="274569" y="0"/>
                  </a:moveTo>
                  <a:lnTo>
                    <a:pt x="0" y="0"/>
                  </a:lnTo>
                  <a:lnTo>
                    <a:pt x="0" y="83954"/>
                  </a:lnTo>
                  <a:lnTo>
                    <a:pt x="274569" y="83954"/>
                  </a:lnTo>
                  <a:lnTo>
                    <a:pt x="274569" y="0"/>
                  </a:lnTo>
                  <a:close/>
                </a:path>
              </a:pathLst>
            </a:custGeom>
            <a:solidFill>
              <a:srgbClr val="CCE2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168712" y="1004726"/>
              <a:ext cx="274955" cy="84455"/>
            </a:xfrm>
            <a:custGeom>
              <a:avLst/>
              <a:gdLst/>
              <a:ahLst/>
              <a:cxnLst/>
              <a:rect l="l" t="t" r="r" b="b"/>
              <a:pathLst>
                <a:path w="274955" h="84455">
                  <a:moveTo>
                    <a:pt x="0" y="83954"/>
                  </a:moveTo>
                  <a:lnTo>
                    <a:pt x="274569" y="83954"/>
                  </a:lnTo>
                  <a:lnTo>
                    <a:pt x="274569" y="0"/>
                  </a:lnTo>
                  <a:lnTo>
                    <a:pt x="0" y="0"/>
                  </a:lnTo>
                  <a:lnTo>
                    <a:pt x="0" y="83954"/>
                  </a:lnTo>
                  <a:close/>
                </a:path>
              </a:pathLst>
            </a:custGeom>
            <a:ln w="4824">
              <a:solidFill>
                <a:srgbClr val="8F9E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465267" y="1004726"/>
              <a:ext cx="274955" cy="84455"/>
            </a:xfrm>
            <a:custGeom>
              <a:avLst/>
              <a:gdLst/>
              <a:ahLst/>
              <a:cxnLst/>
              <a:rect l="l" t="t" r="r" b="b"/>
              <a:pathLst>
                <a:path w="274955" h="84455">
                  <a:moveTo>
                    <a:pt x="274569" y="0"/>
                  </a:moveTo>
                  <a:lnTo>
                    <a:pt x="0" y="0"/>
                  </a:lnTo>
                  <a:lnTo>
                    <a:pt x="0" y="83954"/>
                  </a:lnTo>
                  <a:lnTo>
                    <a:pt x="274569" y="83954"/>
                  </a:lnTo>
                  <a:lnTo>
                    <a:pt x="274569" y="0"/>
                  </a:lnTo>
                  <a:close/>
                </a:path>
              </a:pathLst>
            </a:custGeom>
            <a:solidFill>
              <a:srgbClr val="CCE2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465267" y="1004726"/>
              <a:ext cx="274955" cy="84455"/>
            </a:xfrm>
            <a:custGeom>
              <a:avLst/>
              <a:gdLst/>
              <a:ahLst/>
              <a:cxnLst/>
              <a:rect l="l" t="t" r="r" b="b"/>
              <a:pathLst>
                <a:path w="274955" h="84455">
                  <a:moveTo>
                    <a:pt x="0" y="83954"/>
                  </a:moveTo>
                  <a:lnTo>
                    <a:pt x="274569" y="83954"/>
                  </a:lnTo>
                  <a:lnTo>
                    <a:pt x="274569" y="0"/>
                  </a:lnTo>
                  <a:lnTo>
                    <a:pt x="0" y="0"/>
                  </a:lnTo>
                  <a:lnTo>
                    <a:pt x="0" y="83954"/>
                  </a:lnTo>
                  <a:close/>
                </a:path>
              </a:pathLst>
            </a:custGeom>
            <a:ln w="4824">
              <a:solidFill>
                <a:srgbClr val="8F9E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761823" y="1004726"/>
              <a:ext cx="274955" cy="84455"/>
            </a:xfrm>
            <a:custGeom>
              <a:avLst/>
              <a:gdLst/>
              <a:ahLst/>
              <a:cxnLst/>
              <a:rect l="l" t="t" r="r" b="b"/>
              <a:pathLst>
                <a:path w="274955" h="84455">
                  <a:moveTo>
                    <a:pt x="274569" y="0"/>
                  </a:moveTo>
                  <a:lnTo>
                    <a:pt x="0" y="0"/>
                  </a:lnTo>
                  <a:lnTo>
                    <a:pt x="0" y="83954"/>
                  </a:lnTo>
                  <a:lnTo>
                    <a:pt x="274569" y="83954"/>
                  </a:lnTo>
                  <a:lnTo>
                    <a:pt x="274569" y="0"/>
                  </a:lnTo>
                  <a:close/>
                </a:path>
              </a:pathLst>
            </a:custGeom>
            <a:solidFill>
              <a:srgbClr val="CCE2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761823" y="1004726"/>
              <a:ext cx="274955" cy="84455"/>
            </a:xfrm>
            <a:custGeom>
              <a:avLst/>
              <a:gdLst/>
              <a:ahLst/>
              <a:cxnLst/>
              <a:rect l="l" t="t" r="r" b="b"/>
              <a:pathLst>
                <a:path w="274955" h="84455">
                  <a:moveTo>
                    <a:pt x="0" y="83954"/>
                  </a:moveTo>
                  <a:lnTo>
                    <a:pt x="274569" y="83954"/>
                  </a:lnTo>
                  <a:lnTo>
                    <a:pt x="274569" y="0"/>
                  </a:lnTo>
                  <a:lnTo>
                    <a:pt x="0" y="0"/>
                  </a:lnTo>
                  <a:lnTo>
                    <a:pt x="0" y="83954"/>
                  </a:lnTo>
                  <a:close/>
                </a:path>
              </a:pathLst>
            </a:custGeom>
            <a:ln w="4824">
              <a:solidFill>
                <a:srgbClr val="8F9E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058378" y="1004726"/>
              <a:ext cx="274955" cy="84455"/>
            </a:xfrm>
            <a:custGeom>
              <a:avLst/>
              <a:gdLst/>
              <a:ahLst/>
              <a:cxnLst/>
              <a:rect l="l" t="t" r="r" b="b"/>
              <a:pathLst>
                <a:path w="274954" h="84455">
                  <a:moveTo>
                    <a:pt x="274569" y="0"/>
                  </a:moveTo>
                  <a:lnTo>
                    <a:pt x="0" y="0"/>
                  </a:lnTo>
                  <a:lnTo>
                    <a:pt x="0" y="83954"/>
                  </a:lnTo>
                  <a:lnTo>
                    <a:pt x="274569" y="83954"/>
                  </a:lnTo>
                  <a:lnTo>
                    <a:pt x="274569" y="0"/>
                  </a:lnTo>
                  <a:close/>
                </a:path>
              </a:pathLst>
            </a:custGeom>
            <a:solidFill>
              <a:srgbClr val="CCE2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058378" y="1004726"/>
              <a:ext cx="274955" cy="84455"/>
            </a:xfrm>
            <a:custGeom>
              <a:avLst/>
              <a:gdLst/>
              <a:ahLst/>
              <a:cxnLst/>
              <a:rect l="l" t="t" r="r" b="b"/>
              <a:pathLst>
                <a:path w="274954" h="84455">
                  <a:moveTo>
                    <a:pt x="0" y="83954"/>
                  </a:moveTo>
                  <a:lnTo>
                    <a:pt x="274569" y="83954"/>
                  </a:lnTo>
                  <a:lnTo>
                    <a:pt x="274569" y="0"/>
                  </a:lnTo>
                  <a:lnTo>
                    <a:pt x="0" y="0"/>
                  </a:lnTo>
                  <a:lnTo>
                    <a:pt x="0" y="83954"/>
                  </a:lnTo>
                  <a:close/>
                </a:path>
              </a:pathLst>
            </a:custGeom>
            <a:ln w="4824">
              <a:solidFill>
                <a:srgbClr val="8F9E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354934" y="1004726"/>
              <a:ext cx="274955" cy="84455"/>
            </a:xfrm>
            <a:custGeom>
              <a:avLst/>
              <a:gdLst/>
              <a:ahLst/>
              <a:cxnLst/>
              <a:rect l="l" t="t" r="r" b="b"/>
              <a:pathLst>
                <a:path w="274954" h="84455">
                  <a:moveTo>
                    <a:pt x="274569" y="0"/>
                  </a:moveTo>
                  <a:lnTo>
                    <a:pt x="0" y="0"/>
                  </a:lnTo>
                  <a:lnTo>
                    <a:pt x="0" y="83954"/>
                  </a:lnTo>
                  <a:lnTo>
                    <a:pt x="274569" y="83954"/>
                  </a:lnTo>
                  <a:lnTo>
                    <a:pt x="274569" y="0"/>
                  </a:lnTo>
                  <a:close/>
                </a:path>
              </a:pathLst>
            </a:custGeom>
            <a:solidFill>
              <a:srgbClr val="CCE2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354934" y="1004726"/>
              <a:ext cx="274955" cy="84455"/>
            </a:xfrm>
            <a:custGeom>
              <a:avLst/>
              <a:gdLst/>
              <a:ahLst/>
              <a:cxnLst/>
              <a:rect l="l" t="t" r="r" b="b"/>
              <a:pathLst>
                <a:path w="274954" h="84455">
                  <a:moveTo>
                    <a:pt x="0" y="83954"/>
                  </a:moveTo>
                  <a:lnTo>
                    <a:pt x="274569" y="83954"/>
                  </a:lnTo>
                  <a:lnTo>
                    <a:pt x="274569" y="0"/>
                  </a:lnTo>
                  <a:lnTo>
                    <a:pt x="0" y="0"/>
                  </a:lnTo>
                  <a:lnTo>
                    <a:pt x="0" y="83954"/>
                  </a:lnTo>
                  <a:close/>
                </a:path>
              </a:pathLst>
            </a:custGeom>
            <a:ln w="4824">
              <a:solidFill>
                <a:srgbClr val="8F9E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651489" y="1004726"/>
              <a:ext cx="274955" cy="84455"/>
            </a:xfrm>
            <a:custGeom>
              <a:avLst/>
              <a:gdLst/>
              <a:ahLst/>
              <a:cxnLst/>
              <a:rect l="l" t="t" r="r" b="b"/>
              <a:pathLst>
                <a:path w="274954" h="84455">
                  <a:moveTo>
                    <a:pt x="274569" y="0"/>
                  </a:moveTo>
                  <a:lnTo>
                    <a:pt x="0" y="0"/>
                  </a:lnTo>
                  <a:lnTo>
                    <a:pt x="0" y="83954"/>
                  </a:lnTo>
                  <a:lnTo>
                    <a:pt x="274569" y="83954"/>
                  </a:lnTo>
                  <a:lnTo>
                    <a:pt x="274569" y="0"/>
                  </a:lnTo>
                  <a:close/>
                </a:path>
              </a:pathLst>
            </a:custGeom>
            <a:solidFill>
              <a:srgbClr val="CCE2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651489" y="1004726"/>
              <a:ext cx="274955" cy="84455"/>
            </a:xfrm>
            <a:custGeom>
              <a:avLst/>
              <a:gdLst/>
              <a:ahLst/>
              <a:cxnLst/>
              <a:rect l="l" t="t" r="r" b="b"/>
              <a:pathLst>
                <a:path w="274954" h="84455">
                  <a:moveTo>
                    <a:pt x="0" y="83954"/>
                  </a:moveTo>
                  <a:lnTo>
                    <a:pt x="274569" y="83954"/>
                  </a:lnTo>
                  <a:lnTo>
                    <a:pt x="274569" y="0"/>
                  </a:lnTo>
                  <a:lnTo>
                    <a:pt x="0" y="0"/>
                  </a:lnTo>
                  <a:lnTo>
                    <a:pt x="0" y="83954"/>
                  </a:lnTo>
                  <a:close/>
                </a:path>
              </a:pathLst>
            </a:custGeom>
            <a:ln w="4824">
              <a:solidFill>
                <a:srgbClr val="8F9E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20" name="object 20"/>
          <p:cNvGraphicFramePr>
            <a:graphicFrameLocks noGrp="1"/>
          </p:cNvGraphicFramePr>
          <p:nvPr/>
        </p:nvGraphicFramePr>
        <p:xfrm>
          <a:off x="1869744" y="708908"/>
          <a:ext cx="2135505" cy="2838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70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59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71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71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71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971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8638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83845"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sz="950" spc="-25" dirty="0">
                          <a:latin typeface="Arial MT"/>
                          <a:cs typeface="Arial MT"/>
                        </a:rPr>
                        <a:t>4.0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T="52705" marB="0">
                    <a:lnR w="6350">
                      <a:solidFill>
                        <a:srgbClr val="005B5B"/>
                      </a:solidFill>
                      <a:prstDash val="solid"/>
                    </a:lnR>
                    <a:lnB w="6350">
                      <a:solidFill>
                        <a:srgbClr val="8F9E8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sz="950" spc="-25" dirty="0">
                          <a:latin typeface="Arial MT"/>
                          <a:cs typeface="Arial MT"/>
                        </a:rPr>
                        <a:t>2.5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T="52705" marB="0">
                    <a:lnL w="6350">
                      <a:solidFill>
                        <a:srgbClr val="005B5B"/>
                      </a:solidFill>
                      <a:prstDash val="solid"/>
                    </a:lnL>
                    <a:lnR w="6350">
                      <a:solidFill>
                        <a:srgbClr val="005B5B"/>
                      </a:solidFill>
                      <a:prstDash val="solid"/>
                    </a:lnR>
                    <a:lnT w="6350">
                      <a:solidFill>
                        <a:srgbClr val="005B5B"/>
                      </a:solidFill>
                      <a:prstDash val="solid"/>
                    </a:lnT>
                    <a:lnB w="6350">
                      <a:solidFill>
                        <a:srgbClr val="8F9E80"/>
                      </a:solidFill>
                      <a:prstDash val="solid"/>
                    </a:lnB>
                    <a:solidFill>
                      <a:srgbClr val="99D3CC"/>
                    </a:solidFill>
                  </a:tcPr>
                </a:tc>
                <a:tc>
                  <a:txBody>
                    <a:bodyPr/>
                    <a:lstStyle/>
                    <a:p>
                      <a:pPr marL="78740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sz="950" spc="-25" dirty="0">
                          <a:latin typeface="Arial MT"/>
                          <a:cs typeface="Arial MT"/>
                        </a:rPr>
                        <a:t>1.2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T="52705" marB="0">
                    <a:lnL w="6350">
                      <a:solidFill>
                        <a:srgbClr val="005B5B"/>
                      </a:solidFill>
                      <a:prstDash val="solid"/>
                    </a:lnL>
                    <a:lnR w="6350">
                      <a:solidFill>
                        <a:srgbClr val="005B5B"/>
                      </a:solidFill>
                      <a:prstDash val="solid"/>
                    </a:lnR>
                    <a:lnT w="6350">
                      <a:solidFill>
                        <a:srgbClr val="005B5B"/>
                      </a:solidFill>
                      <a:prstDash val="solid"/>
                    </a:lnT>
                    <a:lnB w="6350">
                      <a:solidFill>
                        <a:srgbClr val="8F9E80"/>
                      </a:solidFill>
                      <a:prstDash val="solid"/>
                    </a:lnB>
                    <a:solidFill>
                      <a:srgbClr val="99D3CC"/>
                    </a:solidFill>
                  </a:tcPr>
                </a:tc>
                <a:tc>
                  <a:txBody>
                    <a:bodyPr/>
                    <a:lstStyle/>
                    <a:p>
                      <a:pPr marL="78740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sz="950" spc="-25" dirty="0">
                          <a:latin typeface="Arial MT"/>
                          <a:cs typeface="Arial MT"/>
                        </a:rPr>
                        <a:t>4.8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T="52705" marB="0">
                    <a:lnL w="6350">
                      <a:solidFill>
                        <a:srgbClr val="005B5B"/>
                      </a:solidFill>
                      <a:prstDash val="solid"/>
                    </a:lnL>
                    <a:lnR w="6350">
                      <a:solidFill>
                        <a:srgbClr val="005B5B"/>
                      </a:solidFill>
                      <a:prstDash val="solid"/>
                    </a:lnR>
                    <a:lnT w="6350">
                      <a:solidFill>
                        <a:srgbClr val="005B5B"/>
                      </a:solidFill>
                      <a:prstDash val="solid"/>
                    </a:lnT>
                    <a:lnB w="6350">
                      <a:solidFill>
                        <a:srgbClr val="8F9E80"/>
                      </a:solidFill>
                      <a:prstDash val="solid"/>
                    </a:lnB>
                    <a:solidFill>
                      <a:srgbClr val="99D3CC"/>
                    </a:solidFill>
                  </a:tcPr>
                </a:tc>
                <a:tc>
                  <a:txBody>
                    <a:bodyPr/>
                    <a:lstStyle/>
                    <a:p>
                      <a:pPr marL="78740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sz="950" spc="-25" dirty="0">
                          <a:latin typeface="Arial MT"/>
                          <a:cs typeface="Arial MT"/>
                        </a:rPr>
                        <a:t>1.0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T="52705" marB="0">
                    <a:lnL w="6350">
                      <a:solidFill>
                        <a:srgbClr val="005B5B"/>
                      </a:solidFill>
                      <a:prstDash val="solid"/>
                    </a:lnL>
                    <a:lnR w="6350">
                      <a:solidFill>
                        <a:srgbClr val="005B5B"/>
                      </a:solidFill>
                      <a:prstDash val="solid"/>
                    </a:lnR>
                    <a:lnT w="6350">
                      <a:solidFill>
                        <a:srgbClr val="005B5B"/>
                      </a:solidFill>
                      <a:prstDash val="solid"/>
                    </a:lnT>
                    <a:lnB w="6350">
                      <a:solidFill>
                        <a:srgbClr val="8F9E80"/>
                      </a:solidFill>
                      <a:prstDash val="solid"/>
                    </a:lnB>
                    <a:solidFill>
                      <a:srgbClr val="99D3CC"/>
                    </a:solidFill>
                  </a:tcPr>
                </a:tc>
                <a:tc>
                  <a:txBody>
                    <a:bodyPr/>
                    <a:lstStyle/>
                    <a:p>
                      <a:pPr marL="78740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sz="950" spc="-25" dirty="0">
                          <a:latin typeface="Arial MT"/>
                          <a:cs typeface="Arial MT"/>
                        </a:rPr>
                        <a:t>8.5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T="52705" marB="0">
                    <a:lnL w="6350">
                      <a:solidFill>
                        <a:srgbClr val="005B5B"/>
                      </a:solidFill>
                      <a:prstDash val="solid"/>
                    </a:lnL>
                    <a:lnR w="6350">
                      <a:solidFill>
                        <a:srgbClr val="005B5B"/>
                      </a:solidFill>
                      <a:prstDash val="solid"/>
                    </a:lnR>
                    <a:lnT w="6350">
                      <a:solidFill>
                        <a:srgbClr val="005B5B"/>
                      </a:solidFill>
                      <a:prstDash val="solid"/>
                    </a:lnT>
                    <a:lnB w="6350">
                      <a:solidFill>
                        <a:srgbClr val="8F9E80"/>
                      </a:solidFill>
                      <a:prstDash val="solid"/>
                    </a:lnB>
                    <a:solidFill>
                      <a:srgbClr val="99D3CC"/>
                    </a:solidFill>
                  </a:tcPr>
                </a:tc>
                <a:tc>
                  <a:txBody>
                    <a:bodyPr/>
                    <a:lstStyle/>
                    <a:p>
                      <a:pPr marL="78740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sz="950" spc="-25" dirty="0">
                          <a:latin typeface="Arial MT"/>
                          <a:cs typeface="Arial MT"/>
                        </a:rPr>
                        <a:t>0.0</a:t>
                      </a:r>
                      <a:endParaRPr sz="950">
                        <a:latin typeface="Arial MT"/>
                        <a:cs typeface="Arial MT"/>
                      </a:endParaRPr>
                    </a:p>
                  </a:txBody>
                  <a:tcPr marL="0" marR="0" marT="52705" marB="0">
                    <a:lnL w="6350">
                      <a:solidFill>
                        <a:srgbClr val="005B5B"/>
                      </a:solidFill>
                      <a:prstDash val="solid"/>
                    </a:lnL>
                    <a:lnR w="6350">
                      <a:solidFill>
                        <a:srgbClr val="005B5B"/>
                      </a:solidFill>
                      <a:prstDash val="solid"/>
                    </a:lnR>
                    <a:lnT w="6350">
                      <a:solidFill>
                        <a:srgbClr val="005B5B"/>
                      </a:solidFill>
                      <a:prstDash val="solid"/>
                    </a:lnT>
                    <a:lnB w="6350">
                      <a:solidFill>
                        <a:srgbClr val="8F9E80"/>
                      </a:solidFill>
                      <a:prstDash val="solid"/>
                    </a:lnB>
                    <a:solidFill>
                      <a:srgbClr val="99D3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1" name="object 21"/>
          <p:cNvSpPr txBox="1"/>
          <p:nvPr/>
        </p:nvSpPr>
        <p:spPr>
          <a:xfrm>
            <a:off x="1874569" y="966738"/>
            <a:ext cx="2049145" cy="1416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12395">
              <a:lnSpc>
                <a:spcPct val="100000"/>
              </a:lnSpc>
              <a:spcBef>
                <a:spcPts val="110"/>
              </a:spcBef>
              <a:tabLst>
                <a:tab pos="408305" algn="l"/>
                <a:tab pos="704850" algn="l"/>
                <a:tab pos="1001394" algn="l"/>
                <a:tab pos="1298575" algn="l"/>
                <a:tab pos="1595120" algn="l"/>
                <a:tab pos="1891664" algn="l"/>
              </a:tabLst>
            </a:pPr>
            <a:r>
              <a:rPr sz="750" spc="-50" dirty="0">
                <a:latin typeface="Arial MT"/>
                <a:cs typeface="Arial MT"/>
              </a:rPr>
              <a:t>0</a:t>
            </a:r>
            <a:r>
              <a:rPr sz="750" dirty="0">
                <a:latin typeface="Arial MT"/>
                <a:cs typeface="Arial MT"/>
              </a:rPr>
              <a:t>	</a:t>
            </a:r>
            <a:r>
              <a:rPr sz="750" spc="-50" dirty="0">
                <a:latin typeface="Arial MT"/>
                <a:cs typeface="Arial MT"/>
              </a:rPr>
              <a:t>1</a:t>
            </a:r>
            <a:r>
              <a:rPr sz="750" dirty="0">
                <a:latin typeface="Arial MT"/>
                <a:cs typeface="Arial MT"/>
              </a:rPr>
              <a:t>	</a:t>
            </a:r>
            <a:r>
              <a:rPr sz="750" spc="-50" dirty="0">
                <a:latin typeface="Arial MT"/>
                <a:cs typeface="Arial MT"/>
              </a:rPr>
              <a:t>2</a:t>
            </a:r>
            <a:r>
              <a:rPr sz="750" dirty="0">
                <a:latin typeface="Arial MT"/>
                <a:cs typeface="Arial MT"/>
              </a:rPr>
              <a:t>	</a:t>
            </a:r>
            <a:r>
              <a:rPr sz="750" spc="-50" dirty="0">
                <a:latin typeface="Arial MT"/>
                <a:cs typeface="Arial MT"/>
              </a:rPr>
              <a:t>3</a:t>
            </a:r>
            <a:r>
              <a:rPr sz="750" dirty="0">
                <a:latin typeface="Arial MT"/>
                <a:cs typeface="Arial MT"/>
              </a:rPr>
              <a:t>	</a:t>
            </a:r>
            <a:r>
              <a:rPr sz="750" spc="-50" dirty="0">
                <a:latin typeface="Arial MT"/>
                <a:cs typeface="Arial MT"/>
              </a:rPr>
              <a:t>4</a:t>
            </a:r>
            <a:r>
              <a:rPr sz="750" dirty="0">
                <a:latin typeface="Arial MT"/>
                <a:cs typeface="Arial MT"/>
              </a:rPr>
              <a:t>	</a:t>
            </a:r>
            <a:r>
              <a:rPr sz="750" spc="-50" dirty="0">
                <a:latin typeface="Arial MT"/>
                <a:cs typeface="Arial MT"/>
              </a:rPr>
              <a:t>5</a:t>
            </a:r>
            <a:r>
              <a:rPr sz="750" dirty="0">
                <a:latin typeface="Arial MT"/>
                <a:cs typeface="Arial MT"/>
              </a:rPr>
              <a:t>	</a:t>
            </a:r>
            <a:r>
              <a:rPr sz="750" spc="-50" dirty="0">
                <a:latin typeface="Arial MT"/>
                <a:cs typeface="Arial MT"/>
              </a:rPr>
              <a:t>6</a:t>
            </a:r>
            <a:endParaRPr sz="750">
              <a:latin typeface="Arial MT"/>
              <a:cs typeface="Arial MT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1268387" y="363442"/>
            <a:ext cx="582930" cy="443865"/>
          </a:xfrm>
          <a:custGeom>
            <a:avLst/>
            <a:gdLst/>
            <a:ahLst/>
            <a:cxnLst/>
            <a:rect l="l" t="t" r="r" b="b"/>
            <a:pathLst>
              <a:path w="582930" h="443865">
                <a:moveTo>
                  <a:pt x="301630" y="209072"/>
                </a:moveTo>
                <a:lnTo>
                  <a:pt x="564988" y="431855"/>
                </a:lnTo>
                <a:lnTo>
                  <a:pt x="577488" y="441517"/>
                </a:lnTo>
                <a:lnTo>
                  <a:pt x="582843" y="443560"/>
                </a:lnTo>
                <a:lnTo>
                  <a:pt x="580851" y="438186"/>
                </a:lnTo>
                <a:lnTo>
                  <a:pt x="571308" y="425595"/>
                </a:lnTo>
                <a:lnTo>
                  <a:pt x="391631" y="209072"/>
                </a:lnTo>
                <a:lnTo>
                  <a:pt x="436631" y="209072"/>
                </a:lnTo>
                <a:lnTo>
                  <a:pt x="456331" y="205095"/>
                </a:lnTo>
                <a:lnTo>
                  <a:pt x="472418" y="194249"/>
                </a:lnTo>
                <a:lnTo>
                  <a:pt x="483265" y="178161"/>
                </a:lnTo>
                <a:lnTo>
                  <a:pt x="487242" y="158461"/>
                </a:lnTo>
                <a:lnTo>
                  <a:pt x="487242" y="50610"/>
                </a:lnTo>
                <a:lnTo>
                  <a:pt x="483265" y="30910"/>
                </a:lnTo>
                <a:lnTo>
                  <a:pt x="472418" y="14823"/>
                </a:lnTo>
                <a:lnTo>
                  <a:pt x="456331" y="3977"/>
                </a:lnTo>
                <a:lnTo>
                  <a:pt x="436631" y="0"/>
                </a:lnTo>
                <a:lnTo>
                  <a:pt x="50610" y="0"/>
                </a:lnTo>
                <a:lnTo>
                  <a:pt x="30910" y="3977"/>
                </a:lnTo>
                <a:lnTo>
                  <a:pt x="14823" y="14823"/>
                </a:lnTo>
                <a:lnTo>
                  <a:pt x="3977" y="30910"/>
                </a:lnTo>
                <a:lnTo>
                  <a:pt x="0" y="50610"/>
                </a:lnTo>
                <a:lnTo>
                  <a:pt x="0" y="158461"/>
                </a:lnTo>
                <a:lnTo>
                  <a:pt x="3977" y="178161"/>
                </a:lnTo>
                <a:lnTo>
                  <a:pt x="14823" y="194249"/>
                </a:lnTo>
                <a:lnTo>
                  <a:pt x="30910" y="205095"/>
                </a:lnTo>
                <a:lnTo>
                  <a:pt x="50610" y="209072"/>
                </a:lnTo>
                <a:lnTo>
                  <a:pt x="301630" y="209072"/>
                </a:lnTo>
                <a:close/>
              </a:path>
            </a:pathLst>
          </a:custGeom>
          <a:ln w="50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>
            <a:spLocks noGrp="1"/>
          </p:cNvSpPr>
          <p:nvPr>
            <p:ph type="title"/>
          </p:nvPr>
        </p:nvSpPr>
        <p:spPr>
          <a:xfrm>
            <a:off x="95300" y="115993"/>
            <a:ext cx="1612900" cy="433070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5"/>
              </a:spcBef>
            </a:pPr>
            <a:r>
              <a:rPr dirty="0"/>
              <a:t>Valores</a:t>
            </a:r>
            <a:r>
              <a:rPr spc="95" dirty="0"/>
              <a:t> </a:t>
            </a:r>
            <a:r>
              <a:rPr spc="75" dirty="0"/>
              <a:t>e</a:t>
            </a:r>
            <a:r>
              <a:rPr spc="95" dirty="0"/>
              <a:t> </a:t>
            </a:r>
            <a:r>
              <a:rPr spc="-10" dirty="0"/>
              <a:t>Índices</a:t>
            </a:r>
          </a:p>
          <a:p>
            <a:pPr marR="5080" algn="r">
              <a:lnSpc>
                <a:spcPct val="100000"/>
              </a:lnSpc>
              <a:spcBef>
                <a:spcPts val="125"/>
              </a:spcBef>
            </a:pPr>
            <a:r>
              <a:rPr sz="1000" b="0" spc="-10" dirty="0">
                <a:solidFill>
                  <a:srgbClr val="000000"/>
                </a:solidFill>
                <a:latin typeface="Arial MT"/>
                <a:cs typeface="Arial MT"/>
              </a:rPr>
              <a:t>valores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1269891" y="1028904"/>
            <a:ext cx="581660" cy="443865"/>
          </a:xfrm>
          <a:custGeom>
            <a:avLst/>
            <a:gdLst/>
            <a:ahLst/>
            <a:cxnLst/>
            <a:rect l="l" t="t" r="r" b="b"/>
            <a:pathLst>
              <a:path w="581660" h="443865">
                <a:moveTo>
                  <a:pt x="388593" y="234549"/>
                </a:moveTo>
                <a:lnTo>
                  <a:pt x="569652" y="17913"/>
                </a:lnTo>
                <a:lnTo>
                  <a:pt x="579242" y="5359"/>
                </a:lnTo>
                <a:lnTo>
                  <a:pt x="581260" y="0"/>
                </a:lnTo>
                <a:lnTo>
                  <a:pt x="575908" y="2037"/>
                </a:lnTo>
                <a:lnTo>
                  <a:pt x="563388" y="11671"/>
                </a:lnTo>
                <a:lnTo>
                  <a:pt x="298593" y="234549"/>
                </a:lnTo>
                <a:lnTo>
                  <a:pt x="50610" y="234549"/>
                </a:lnTo>
                <a:lnTo>
                  <a:pt x="30910" y="238526"/>
                </a:lnTo>
                <a:lnTo>
                  <a:pt x="14823" y="249372"/>
                </a:lnTo>
                <a:lnTo>
                  <a:pt x="3977" y="265459"/>
                </a:lnTo>
                <a:lnTo>
                  <a:pt x="0" y="285160"/>
                </a:lnTo>
                <a:lnTo>
                  <a:pt x="0" y="393010"/>
                </a:lnTo>
                <a:lnTo>
                  <a:pt x="3977" y="412710"/>
                </a:lnTo>
                <a:lnTo>
                  <a:pt x="14823" y="428798"/>
                </a:lnTo>
                <a:lnTo>
                  <a:pt x="30910" y="439644"/>
                </a:lnTo>
                <a:lnTo>
                  <a:pt x="50610" y="443621"/>
                </a:lnTo>
                <a:lnTo>
                  <a:pt x="433594" y="443621"/>
                </a:lnTo>
                <a:lnTo>
                  <a:pt x="453294" y="439644"/>
                </a:lnTo>
                <a:lnTo>
                  <a:pt x="469381" y="428798"/>
                </a:lnTo>
                <a:lnTo>
                  <a:pt x="480228" y="412710"/>
                </a:lnTo>
                <a:lnTo>
                  <a:pt x="484205" y="393010"/>
                </a:lnTo>
                <a:lnTo>
                  <a:pt x="484205" y="285160"/>
                </a:lnTo>
                <a:lnTo>
                  <a:pt x="480228" y="265459"/>
                </a:lnTo>
                <a:lnTo>
                  <a:pt x="469381" y="249372"/>
                </a:lnTo>
                <a:lnTo>
                  <a:pt x="453294" y="238526"/>
                </a:lnTo>
                <a:lnTo>
                  <a:pt x="433594" y="234549"/>
                </a:lnTo>
                <a:lnTo>
                  <a:pt x="388593" y="234549"/>
                </a:lnTo>
                <a:close/>
              </a:path>
            </a:pathLst>
          </a:custGeom>
          <a:ln w="50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131292" y="1271694"/>
            <a:ext cx="4770755" cy="776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198880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latin typeface="Arial MT"/>
                <a:cs typeface="Arial MT"/>
              </a:rPr>
              <a:t>índices</a:t>
            </a:r>
            <a:endParaRPr sz="1000">
              <a:latin typeface="Arial MT"/>
              <a:cs typeface="Arial MT"/>
            </a:endParaRPr>
          </a:p>
          <a:p>
            <a:pPr marL="166370" indent="-153670">
              <a:lnSpc>
                <a:spcPct val="100000"/>
              </a:lnSpc>
              <a:spcBef>
                <a:spcPts val="1100"/>
              </a:spcBef>
              <a:buClr>
                <a:srgbClr val="00AC8C"/>
              </a:buClr>
              <a:buFont typeface="Arial MT"/>
              <a:buChar char="•"/>
              <a:tabLst>
                <a:tab pos="166370" algn="l"/>
              </a:tabLst>
            </a:pPr>
            <a:r>
              <a:rPr sz="1400" b="1" spc="-25" dirty="0">
                <a:latin typeface="Tahoma"/>
                <a:cs typeface="Tahoma"/>
              </a:rPr>
              <a:t>Como</a:t>
            </a:r>
            <a:r>
              <a:rPr sz="1400" b="1" spc="-30" dirty="0">
                <a:latin typeface="Tahoma"/>
                <a:cs typeface="Tahoma"/>
              </a:rPr>
              <a:t> </a:t>
            </a:r>
            <a:r>
              <a:rPr sz="1400" b="1" spc="-100" dirty="0">
                <a:latin typeface="Tahoma"/>
                <a:cs typeface="Tahoma"/>
              </a:rPr>
              <a:t>acessar</a:t>
            </a:r>
            <a:r>
              <a:rPr sz="1400" b="1" spc="-30" dirty="0">
                <a:latin typeface="Tahoma"/>
                <a:cs typeface="Tahoma"/>
              </a:rPr>
              <a:t> </a:t>
            </a:r>
            <a:r>
              <a:rPr sz="1400" b="1" spc="-65" dirty="0">
                <a:latin typeface="Tahoma"/>
                <a:cs typeface="Tahoma"/>
              </a:rPr>
              <a:t>um</a:t>
            </a:r>
            <a:r>
              <a:rPr sz="1400" b="1" spc="-30" dirty="0">
                <a:latin typeface="Tahoma"/>
                <a:cs typeface="Tahoma"/>
              </a:rPr>
              <a:t> </a:t>
            </a:r>
            <a:r>
              <a:rPr sz="1400" b="1" spc="-75" dirty="0">
                <a:latin typeface="Tahoma"/>
                <a:cs typeface="Tahoma"/>
              </a:rPr>
              <a:t>elemento</a:t>
            </a:r>
            <a:r>
              <a:rPr sz="1400" b="1" spc="-30" dirty="0">
                <a:latin typeface="Tahoma"/>
                <a:cs typeface="Tahoma"/>
              </a:rPr>
              <a:t> </a:t>
            </a:r>
            <a:r>
              <a:rPr sz="1400" b="1" spc="-85" dirty="0">
                <a:latin typeface="Tahoma"/>
                <a:cs typeface="Tahoma"/>
              </a:rPr>
              <a:t>(valor)</a:t>
            </a:r>
            <a:r>
              <a:rPr sz="1400" b="1" spc="-30" dirty="0">
                <a:latin typeface="Tahoma"/>
                <a:cs typeface="Tahoma"/>
              </a:rPr>
              <a:t> </a:t>
            </a:r>
            <a:r>
              <a:rPr sz="1400" b="1" spc="-65" dirty="0">
                <a:latin typeface="Tahoma"/>
                <a:cs typeface="Tahoma"/>
              </a:rPr>
              <a:t>dentro</a:t>
            </a:r>
            <a:r>
              <a:rPr sz="1400" b="1" spc="-30" dirty="0">
                <a:latin typeface="Tahoma"/>
                <a:cs typeface="Tahoma"/>
              </a:rPr>
              <a:t> </a:t>
            </a:r>
            <a:r>
              <a:rPr sz="1400" b="1" spc="-70" dirty="0">
                <a:latin typeface="Tahoma"/>
                <a:cs typeface="Tahoma"/>
              </a:rPr>
              <a:t>de</a:t>
            </a:r>
            <a:r>
              <a:rPr sz="1400" b="1" spc="-30" dirty="0">
                <a:latin typeface="Tahoma"/>
                <a:cs typeface="Tahoma"/>
              </a:rPr>
              <a:t> </a:t>
            </a:r>
            <a:r>
              <a:rPr sz="1400" b="1" spc="-65" dirty="0">
                <a:latin typeface="Tahoma"/>
                <a:cs typeface="Tahoma"/>
              </a:rPr>
              <a:t>um</a:t>
            </a:r>
            <a:r>
              <a:rPr sz="1400" b="1" spc="-30" dirty="0">
                <a:latin typeface="Tahoma"/>
                <a:cs typeface="Tahoma"/>
              </a:rPr>
              <a:t> </a:t>
            </a:r>
            <a:r>
              <a:rPr sz="1400" b="1" spc="-40" dirty="0">
                <a:latin typeface="Tahoma"/>
                <a:cs typeface="Tahoma"/>
              </a:rPr>
              <a:t>vetor?</a:t>
            </a:r>
            <a:endParaRPr sz="1400">
              <a:latin typeface="Tahoma"/>
              <a:cs typeface="Tahoma"/>
            </a:endParaRPr>
          </a:p>
          <a:p>
            <a:pPr marL="156210">
              <a:lnSpc>
                <a:spcPct val="100000"/>
              </a:lnSpc>
              <a:spcBef>
                <a:spcPts val="495"/>
              </a:spcBef>
            </a:pPr>
            <a:r>
              <a:rPr sz="1200" dirty="0">
                <a:solidFill>
                  <a:srgbClr val="00AC8C"/>
                </a:solidFill>
                <a:latin typeface="Arial MT"/>
                <a:cs typeface="Arial MT"/>
              </a:rPr>
              <a:t>–</a:t>
            </a:r>
            <a:r>
              <a:rPr sz="1200" spc="295" dirty="0">
                <a:solidFill>
                  <a:srgbClr val="00AC8C"/>
                </a:solidFill>
                <a:latin typeface="Arial MT"/>
                <a:cs typeface="Arial MT"/>
              </a:rPr>
              <a:t> </a:t>
            </a:r>
            <a:r>
              <a:rPr sz="1200" spc="-135" dirty="0">
                <a:latin typeface="Arial MT"/>
                <a:cs typeface="Arial MT"/>
              </a:rPr>
              <a:t>é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spc="-75" dirty="0">
                <a:latin typeface="Arial MT"/>
                <a:cs typeface="Arial MT"/>
              </a:rPr>
              <a:t>necessário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spc="-85" dirty="0">
                <a:latin typeface="Arial MT"/>
                <a:cs typeface="Arial MT"/>
              </a:rPr>
              <a:t>saber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spc="-70" dirty="0">
                <a:latin typeface="Arial MT"/>
                <a:cs typeface="Arial MT"/>
              </a:rPr>
              <a:t>o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spc="-50" dirty="0">
                <a:latin typeface="Arial MT"/>
                <a:cs typeface="Arial MT"/>
              </a:rPr>
              <a:t>índice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spc="-114" dirty="0">
                <a:latin typeface="Arial MT"/>
                <a:cs typeface="Arial MT"/>
              </a:rPr>
              <a:t>desse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elemento.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0" y="3202038"/>
            <a:ext cx="5760085" cy="38100"/>
          </a:xfrm>
          <a:custGeom>
            <a:avLst/>
            <a:gdLst/>
            <a:ahLst/>
            <a:cxnLst/>
            <a:rect l="l" t="t" r="r" b="b"/>
            <a:pathLst>
              <a:path w="5760085" h="38100">
                <a:moveTo>
                  <a:pt x="5759996" y="0"/>
                </a:moveTo>
                <a:lnTo>
                  <a:pt x="0" y="0"/>
                </a:lnTo>
                <a:lnTo>
                  <a:pt x="0" y="37960"/>
                </a:lnTo>
                <a:lnTo>
                  <a:pt x="5759996" y="37960"/>
                </a:lnTo>
                <a:lnTo>
                  <a:pt x="5759996" y="0"/>
                </a:lnTo>
                <a:close/>
              </a:path>
            </a:pathLst>
          </a:custGeom>
          <a:solidFill>
            <a:srgbClr val="00AC8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fld id="{81D60167-4931-47E6-BA6A-407CBD079E47}" type="slidenum">
              <a:rPr spc="-25" dirty="0"/>
              <a:t>10</a:t>
            </a:fld>
            <a:endParaRPr spc="-25" dirty="0"/>
          </a:p>
        </p:txBody>
      </p:sp>
    </p:spTree>
  </p:cSld>
  <p:clrMapOvr>
    <a:masterClrMapping/>
  </p:clrMapOvr>
  <p:transition>
    <p:cu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Valores</a:t>
            </a:r>
            <a:r>
              <a:rPr spc="95" dirty="0"/>
              <a:t> </a:t>
            </a:r>
            <a:r>
              <a:rPr spc="75" dirty="0"/>
              <a:t>e</a:t>
            </a:r>
            <a:r>
              <a:rPr spc="95" dirty="0"/>
              <a:t> </a:t>
            </a:r>
            <a:r>
              <a:rPr spc="-10" dirty="0"/>
              <a:t>Índices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895030" y="1792876"/>
            <a:ext cx="854075" cy="273685"/>
            <a:chOff x="1895030" y="1792876"/>
            <a:chExt cx="854075" cy="273685"/>
          </a:xfrm>
        </p:grpSpPr>
        <p:sp>
          <p:nvSpPr>
            <p:cNvPr id="4" name="object 4"/>
            <p:cNvSpPr/>
            <p:nvPr/>
          </p:nvSpPr>
          <p:spPr>
            <a:xfrm>
              <a:off x="1897570" y="1795416"/>
              <a:ext cx="268605" cy="268605"/>
            </a:xfrm>
            <a:custGeom>
              <a:avLst/>
              <a:gdLst/>
              <a:ahLst/>
              <a:cxnLst/>
              <a:rect l="l" t="t" r="r" b="b"/>
              <a:pathLst>
                <a:path w="268605" h="268605">
                  <a:moveTo>
                    <a:pt x="268601" y="0"/>
                  </a:moveTo>
                  <a:lnTo>
                    <a:pt x="0" y="0"/>
                  </a:lnTo>
                  <a:lnTo>
                    <a:pt x="0" y="268601"/>
                  </a:lnTo>
                  <a:lnTo>
                    <a:pt x="268601" y="268601"/>
                  </a:lnTo>
                  <a:lnTo>
                    <a:pt x="268601" y="0"/>
                  </a:lnTo>
                  <a:close/>
                </a:path>
              </a:pathLst>
            </a:custGeom>
            <a:solidFill>
              <a:srgbClr val="99D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897570" y="1795416"/>
              <a:ext cx="268605" cy="268605"/>
            </a:xfrm>
            <a:custGeom>
              <a:avLst/>
              <a:gdLst/>
              <a:ahLst/>
              <a:cxnLst/>
              <a:rect l="l" t="t" r="r" b="b"/>
              <a:pathLst>
                <a:path w="268605" h="268605">
                  <a:moveTo>
                    <a:pt x="0" y="268601"/>
                  </a:moveTo>
                  <a:lnTo>
                    <a:pt x="268601" y="268601"/>
                  </a:lnTo>
                  <a:lnTo>
                    <a:pt x="268601" y="0"/>
                  </a:lnTo>
                  <a:lnTo>
                    <a:pt x="0" y="0"/>
                  </a:lnTo>
                  <a:lnTo>
                    <a:pt x="0" y="268601"/>
                  </a:lnTo>
                  <a:close/>
                </a:path>
              </a:pathLst>
            </a:custGeom>
            <a:ln w="4719">
              <a:solidFill>
                <a:srgbClr val="005B5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187680" y="1795416"/>
              <a:ext cx="268605" cy="268605"/>
            </a:xfrm>
            <a:custGeom>
              <a:avLst/>
              <a:gdLst/>
              <a:ahLst/>
              <a:cxnLst/>
              <a:rect l="l" t="t" r="r" b="b"/>
              <a:pathLst>
                <a:path w="268605" h="268605">
                  <a:moveTo>
                    <a:pt x="268601" y="0"/>
                  </a:moveTo>
                  <a:lnTo>
                    <a:pt x="0" y="0"/>
                  </a:lnTo>
                  <a:lnTo>
                    <a:pt x="0" y="268601"/>
                  </a:lnTo>
                  <a:lnTo>
                    <a:pt x="268601" y="268601"/>
                  </a:lnTo>
                  <a:lnTo>
                    <a:pt x="268601" y="0"/>
                  </a:lnTo>
                  <a:close/>
                </a:path>
              </a:pathLst>
            </a:custGeom>
            <a:solidFill>
              <a:srgbClr val="99D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187680" y="1795416"/>
              <a:ext cx="558800" cy="268605"/>
            </a:xfrm>
            <a:custGeom>
              <a:avLst/>
              <a:gdLst/>
              <a:ahLst/>
              <a:cxnLst/>
              <a:rect l="l" t="t" r="r" b="b"/>
              <a:pathLst>
                <a:path w="558800" h="268605">
                  <a:moveTo>
                    <a:pt x="0" y="268601"/>
                  </a:moveTo>
                  <a:lnTo>
                    <a:pt x="268601" y="268601"/>
                  </a:lnTo>
                  <a:lnTo>
                    <a:pt x="268601" y="0"/>
                  </a:lnTo>
                  <a:lnTo>
                    <a:pt x="0" y="0"/>
                  </a:lnTo>
                  <a:lnTo>
                    <a:pt x="0" y="268601"/>
                  </a:lnTo>
                  <a:close/>
                </a:path>
                <a:path w="558800" h="268605">
                  <a:moveTo>
                    <a:pt x="290110" y="268601"/>
                  </a:moveTo>
                  <a:lnTo>
                    <a:pt x="558711" y="268601"/>
                  </a:lnTo>
                  <a:lnTo>
                    <a:pt x="558711" y="0"/>
                  </a:lnTo>
                  <a:lnTo>
                    <a:pt x="290110" y="0"/>
                  </a:lnTo>
                  <a:lnTo>
                    <a:pt x="290110" y="268601"/>
                  </a:lnTo>
                  <a:close/>
                </a:path>
              </a:pathLst>
            </a:custGeom>
            <a:ln w="4719">
              <a:solidFill>
                <a:srgbClr val="005B5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2477790" y="1795416"/>
            <a:ext cx="268605" cy="268605"/>
          </a:xfrm>
          <a:prstGeom prst="rect">
            <a:avLst/>
          </a:prstGeom>
          <a:solidFill>
            <a:srgbClr val="99D3CC"/>
          </a:solidFill>
        </p:spPr>
        <p:txBody>
          <a:bodyPr vert="horz" wrap="square" lIns="0" tIns="20320" rIns="0" bIns="0" rtlCol="0">
            <a:spAutoFit/>
          </a:bodyPr>
          <a:lstStyle/>
          <a:p>
            <a:pPr marL="36195">
              <a:lnSpc>
                <a:spcPct val="100000"/>
              </a:lnSpc>
              <a:spcBef>
                <a:spcPts val="160"/>
              </a:spcBef>
            </a:pPr>
            <a:r>
              <a:rPr sz="1300" spc="-25" dirty="0">
                <a:latin typeface="Arial MT"/>
                <a:cs typeface="Arial MT"/>
              </a:rPr>
              <a:t>1.2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767900" y="1795416"/>
            <a:ext cx="268605" cy="268605"/>
          </a:xfrm>
          <a:custGeom>
            <a:avLst/>
            <a:gdLst/>
            <a:ahLst/>
            <a:cxnLst/>
            <a:rect l="l" t="t" r="r" b="b"/>
            <a:pathLst>
              <a:path w="268605" h="268605">
                <a:moveTo>
                  <a:pt x="0" y="268601"/>
                </a:moveTo>
                <a:lnTo>
                  <a:pt x="268601" y="268601"/>
                </a:lnTo>
                <a:lnTo>
                  <a:pt x="268601" y="0"/>
                </a:lnTo>
                <a:lnTo>
                  <a:pt x="0" y="0"/>
                </a:lnTo>
                <a:lnTo>
                  <a:pt x="0" y="268601"/>
                </a:lnTo>
                <a:close/>
              </a:path>
            </a:pathLst>
          </a:custGeom>
          <a:ln w="4719">
            <a:solidFill>
              <a:srgbClr val="005B5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2767900" y="1795416"/>
            <a:ext cx="268605" cy="268605"/>
          </a:xfrm>
          <a:prstGeom prst="rect">
            <a:avLst/>
          </a:prstGeom>
          <a:solidFill>
            <a:srgbClr val="99D3CC"/>
          </a:solidFill>
        </p:spPr>
        <p:txBody>
          <a:bodyPr vert="horz" wrap="square" lIns="0" tIns="20320" rIns="0" bIns="0" rtlCol="0">
            <a:spAutoFit/>
          </a:bodyPr>
          <a:lstStyle/>
          <a:p>
            <a:pPr marL="36195">
              <a:lnSpc>
                <a:spcPct val="100000"/>
              </a:lnSpc>
              <a:spcBef>
                <a:spcPts val="160"/>
              </a:spcBef>
            </a:pPr>
            <a:r>
              <a:rPr sz="1300" spc="-25" dirty="0">
                <a:latin typeface="Arial MT"/>
                <a:cs typeface="Arial MT"/>
              </a:rPr>
              <a:t>4.8</a:t>
            </a:r>
            <a:endParaRPr sz="1300">
              <a:latin typeface="Arial MT"/>
              <a:cs typeface="Arial MT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895030" y="1792876"/>
            <a:ext cx="2014855" cy="374650"/>
            <a:chOff x="1895030" y="1792876"/>
            <a:chExt cx="2014855" cy="374650"/>
          </a:xfrm>
        </p:grpSpPr>
        <p:sp>
          <p:nvSpPr>
            <p:cNvPr id="12" name="object 12"/>
            <p:cNvSpPr/>
            <p:nvPr/>
          </p:nvSpPr>
          <p:spPr>
            <a:xfrm>
              <a:off x="3058010" y="1795416"/>
              <a:ext cx="268605" cy="268605"/>
            </a:xfrm>
            <a:custGeom>
              <a:avLst/>
              <a:gdLst/>
              <a:ahLst/>
              <a:cxnLst/>
              <a:rect l="l" t="t" r="r" b="b"/>
              <a:pathLst>
                <a:path w="268604" h="268605">
                  <a:moveTo>
                    <a:pt x="268601" y="0"/>
                  </a:moveTo>
                  <a:lnTo>
                    <a:pt x="0" y="0"/>
                  </a:lnTo>
                  <a:lnTo>
                    <a:pt x="0" y="268601"/>
                  </a:lnTo>
                  <a:lnTo>
                    <a:pt x="268601" y="268601"/>
                  </a:lnTo>
                  <a:lnTo>
                    <a:pt x="268601" y="0"/>
                  </a:lnTo>
                  <a:close/>
                </a:path>
              </a:pathLst>
            </a:custGeom>
            <a:solidFill>
              <a:srgbClr val="99D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058010" y="1795416"/>
              <a:ext cx="268605" cy="268605"/>
            </a:xfrm>
            <a:custGeom>
              <a:avLst/>
              <a:gdLst/>
              <a:ahLst/>
              <a:cxnLst/>
              <a:rect l="l" t="t" r="r" b="b"/>
              <a:pathLst>
                <a:path w="268604" h="268605">
                  <a:moveTo>
                    <a:pt x="0" y="268601"/>
                  </a:moveTo>
                  <a:lnTo>
                    <a:pt x="268601" y="268601"/>
                  </a:lnTo>
                  <a:lnTo>
                    <a:pt x="268601" y="0"/>
                  </a:lnTo>
                  <a:lnTo>
                    <a:pt x="0" y="0"/>
                  </a:lnTo>
                  <a:lnTo>
                    <a:pt x="0" y="268601"/>
                  </a:lnTo>
                  <a:close/>
                </a:path>
              </a:pathLst>
            </a:custGeom>
            <a:ln w="4719">
              <a:solidFill>
                <a:srgbClr val="005B5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348120" y="1795416"/>
              <a:ext cx="268605" cy="268605"/>
            </a:xfrm>
            <a:custGeom>
              <a:avLst/>
              <a:gdLst/>
              <a:ahLst/>
              <a:cxnLst/>
              <a:rect l="l" t="t" r="r" b="b"/>
              <a:pathLst>
                <a:path w="268604" h="268605">
                  <a:moveTo>
                    <a:pt x="268601" y="0"/>
                  </a:moveTo>
                  <a:lnTo>
                    <a:pt x="0" y="0"/>
                  </a:lnTo>
                  <a:lnTo>
                    <a:pt x="0" y="268601"/>
                  </a:lnTo>
                  <a:lnTo>
                    <a:pt x="268601" y="268601"/>
                  </a:lnTo>
                  <a:lnTo>
                    <a:pt x="268601" y="0"/>
                  </a:lnTo>
                  <a:close/>
                </a:path>
              </a:pathLst>
            </a:custGeom>
            <a:solidFill>
              <a:srgbClr val="99D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348120" y="1795416"/>
              <a:ext cx="268605" cy="268605"/>
            </a:xfrm>
            <a:custGeom>
              <a:avLst/>
              <a:gdLst/>
              <a:ahLst/>
              <a:cxnLst/>
              <a:rect l="l" t="t" r="r" b="b"/>
              <a:pathLst>
                <a:path w="268604" h="268605">
                  <a:moveTo>
                    <a:pt x="0" y="268601"/>
                  </a:moveTo>
                  <a:lnTo>
                    <a:pt x="268601" y="268601"/>
                  </a:lnTo>
                  <a:lnTo>
                    <a:pt x="268601" y="0"/>
                  </a:lnTo>
                  <a:lnTo>
                    <a:pt x="0" y="0"/>
                  </a:lnTo>
                  <a:lnTo>
                    <a:pt x="0" y="268601"/>
                  </a:lnTo>
                  <a:close/>
                </a:path>
              </a:pathLst>
            </a:custGeom>
            <a:ln w="4719">
              <a:solidFill>
                <a:srgbClr val="005B5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638231" y="1795416"/>
              <a:ext cx="268605" cy="268605"/>
            </a:xfrm>
            <a:custGeom>
              <a:avLst/>
              <a:gdLst/>
              <a:ahLst/>
              <a:cxnLst/>
              <a:rect l="l" t="t" r="r" b="b"/>
              <a:pathLst>
                <a:path w="268604" h="268605">
                  <a:moveTo>
                    <a:pt x="268601" y="0"/>
                  </a:moveTo>
                  <a:lnTo>
                    <a:pt x="0" y="0"/>
                  </a:lnTo>
                  <a:lnTo>
                    <a:pt x="0" y="268601"/>
                  </a:lnTo>
                  <a:lnTo>
                    <a:pt x="268601" y="268601"/>
                  </a:lnTo>
                  <a:lnTo>
                    <a:pt x="268601" y="0"/>
                  </a:lnTo>
                  <a:close/>
                </a:path>
              </a:pathLst>
            </a:custGeom>
            <a:solidFill>
              <a:srgbClr val="99D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638231" y="1795416"/>
              <a:ext cx="268605" cy="268605"/>
            </a:xfrm>
            <a:custGeom>
              <a:avLst/>
              <a:gdLst/>
              <a:ahLst/>
              <a:cxnLst/>
              <a:rect l="l" t="t" r="r" b="b"/>
              <a:pathLst>
                <a:path w="268604" h="268605">
                  <a:moveTo>
                    <a:pt x="0" y="268601"/>
                  </a:moveTo>
                  <a:lnTo>
                    <a:pt x="268601" y="268601"/>
                  </a:lnTo>
                  <a:lnTo>
                    <a:pt x="268601" y="0"/>
                  </a:lnTo>
                  <a:lnTo>
                    <a:pt x="0" y="0"/>
                  </a:lnTo>
                  <a:lnTo>
                    <a:pt x="0" y="268601"/>
                  </a:lnTo>
                  <a:close/>
                </a:path>
              </a:pathLst>
            </a:custGeom>
            <a:ln w="4719">
              <a:solidFill>
                <a:srgbClr val="005B5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897570" y="2082445"/>
              <a:ext cx="268605" cy="82550"/>
            </a:xfrm>
            <a:custGeom>
              <a:avLst/>
              <a:gdLst/>
              <a:ahLst/>
              <a:cxnLst/>
              <a:rect l="l" t="t" r="r" b="b"/>
              <a:pathLst>
                <a:path w="268605" h="82550">
                  <a:moveTo>
                    <a:pt x="268601" y="0"/>
                  </a:moveTo>
                  <a:lnTo>
                    <a:pt x="0" y="0"/>
                  </a:lnTo>
                  <a:lnTo>
                    <a:pt x="0" y="82129"/>
                  </a:lnTo>
                  <a:lnTo>
                    <a:pt x="268601" y="82129"/>
                  </a:lnTo>
                  <a:lnTo>
                    <a:pt x="268601" y="0"/>
                  </a:lnTo>
                  <a:close/>
                </a:path>
              </a:pathLst>
            </a:custGeom>
            <a:solidFill>
              <a:srgbClr val="CCE2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897570" y="2082445"/>
              <a:ext cx="268605" cy="82550"/>
            </a:xfrm>
            <a:custGeom>
              <a:avLst/>
              <a:gdLst/>
              <a:ahLst/>
              <a:cxnLst/>
              <a:rect l="l" t="t" r="r" b="b"/>
              <a:pathLst>
                <a:path w="268605" h="82550">
                  <a:moveTo>
                    <a:pt x="0" y="82129"/>
                  </a:moveTo>
                  <a:lnTo>
                    <a:pt x="268601" y="82129"/>
                  </a:lnTo>
                  <a:lnTo>
                    <a:pt x="268601" y="0"/>
                  </a:lnTo>
                  <a:lnTo>
                    <a:pt x="0" y="0"/>
                  </a:lnTo>
                  <a:lnTo>
                    <a:pt x="0" y="82129"/>
                  </a:lnTo>
                  <a:close/>
                </a:path>
              </a:pathLst>
            </a:custGeom>
            <a:ln w="4719">
              <a:solidFill>
                <a:srgbClr val="8F9E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187680" y="2082445"/>
              <a:ext cx="268605" cy="82550"/>
            </a:xfrm>
            <a:custGeom>
              <a:avLst/>
              <a:gdLst/>
              <a:ahLst/>
              <a:cxnLst/>
              <a:rect l="l" t="t" r="r" b="b"/>
              <a:pathLst>
                <a:path w="268605" h="82550">
                  <a:moveTo>
                    <a:pt x="268601" y="0"/>
                  </a:moveTo>
                  <a:lnTo>
                    <a:pt x="0" y="0"/>
                  </a:lnTo>
                  <a:lnTo>
                    <a:pt x="0" y="82129"/>
                  </a:lnTo>
                  <a:lnTo>
                    <a:pt x="268601" y="82129"/>
                  </a:lnTo>
                  <a:lnTo>
                    <a:pt x="268601" y="0"/>
                  </a:lnTo>
                  <a:close/>
                </a:path>
              </a:pathLst>
            </a:custGeom>
            <a:solidFill>
              <a:srgbClr val="CCE2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187680" y="2082445"/>
              <a:ext cx="268605" cy="82550"/>
            </a:xfrm>
            <a:custGeom>
              <a:avLst/>
              <a:gdLst/>
              <a:ahLst/>
              <a:cxnLst/>
              <a:rect l="l" t="t" r="r" b="b"/>
              <a:pathLst>
                <a:path w="268605" h="82550">
                  <a:moveTo>
                    <a:pt x="0" y="82129"/>
                  </a:moveTo>
                  <a:lnTo>
                    <a:pt x="268601" y="82129"/>
                  </a:lnTo>
                  <a:lnTo>
                    <a:pt x="268601" y="0"/>
                  </a:lnTo>
                  <a:lnTo>
                    <a:pt x="0" y="0"/>
                  </a:lnTo>
                  <a:lnTo>
                    <a:pt x="0" y="82129"/>
                  </a:lnTo>
                  <a:close/>
                </a:path>
              </a:pathLst>
            </a:custGeom>
            <a:ln w="4719">
              <a:solidFill>
                <a:srgbClr val="8F9E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1899929" y="1722051"/>
            <a:ext cx="565150" cy="461645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33655">
              <a:lnSpc>
                <a:spcPct val="100000"/>
              </a:lnSpc>
              <a:spcBef>
                <a:spcPts val="740"/>
              </a:spcBef>
            </a:pPr>
            <a:r>
              <a:rPr sz="1300" spc="-20" dirty="0">
                <a:latin typeface="Arial MT"/>
                <a:cs typeface="Arial MT"/>
              </a:rPr>
              <a:t>4.0</a:t>
            </a:r>
            <a:r>
              <a:rPr sz="1300" spc="150" dirty="0">
                <a:latin typeface="Arial MT"/>
                <a:cs typeface="Arial MT"/>
              </a:rPr>
              <a:t> </a:t>
            </a:r>
            <a:r>
              <a:rPr sz="1300" spc="-25" dirty="0">
                <a:latin typeface="Arial MT"/>
                <a:cs typeface="Arial MT"/>
              </a:rPr>
              <a:t>2.5</a:t>
            </a:r>
            <a:endParaRPr sz="1300">
              <a:latin typeface="Arial MT"/>
              <a:cs typeface="Arial MT"/>
            </a:endParaRPr>
          </a:p>
          <a:p>
            <a:pPr marL="109855">
              <a:lnSpc>
                <a:spcPct val="100000"/>
              </a:lnSpc>
              <a:spcBef>
                <a:spcPts val="335"/>
              </a:spcBef>
              <a:tabLst>
                <a:tab pos="399415" algn="l"/>
              </a:tabLst>
            </a:pPr>
            <a:r>
              <a:rPr sz="750" spc="-50" dirty="0">
                <a:latin typeface="Arial MT"/>
                <a:cs typeface="Arial MT"/>
              </a:rPr>
              <a:t>0</a:t>
            </a:r>
            <a:r>
              <a:rPr sz="750" dirty="0">
                <a:latin typeface="Arial MT"/>
                <a:cs typeface="Arial MT"/>
              </a:rPr>
              <a:t>	</a:t>
            </a:r>
            <a:r>
              <a:rPr sz="750" spc="-50" dirty="0">
                <a:latin typeface="Arial MT"/>
                <a:cs typeface="Arial MT"/>
              </a:rPr>
              <a:t>1</a:t>
            </a:r>
            <a:endParaRPr sz="750">
              <a:latin typeface="Arial MT"/>
              <a:cs typeface="Arial MT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2475250" y="2079905"/>
            <a:ext cx="273685" cy="87630"/>
            <a:chOff x="2475250" y="2079905"/>
            <a:chExt cx="273685" cy="87630"/>
          </a:xfrm>
        </p:grpSpPr>
        <p:sp>
          <p:nvSpPr>
            <p:cNvPr id="24" name="object 24"/>
            <p:cNvSpPr/>
            <p:nvPr/>
          </p:nvSpPr>
          <p:spPr>
            <a:xfrm>
              <a:off x="2477790" y="2082445"/>
              <a:ext cx="268605" cy="82550"/>
            </a:xfrm>
            <a:custGeom>
              <a:avLst/>
              <a:gdLst/>
              <a:ahLst/>
              <a:cxnLst/>
              <a:rect l="l" t="t" r="r" b="b"/>
              <a:pathLst>
                <a:path w="268605" h="82550">
                  <a:moveTo>
                    <a:pt x="268601" y="0"/>
                  </a:moveTo>
                  <a:lnTo>
                    <a:pt x="0" y="0"/>
                  </a:lnTo>
                  <a:lnTo>
                    <a:pt x="0" y="82129"/>
                  </a:lnTo>
                  <a:lnTo>
                    <a:pt x="268601" y="82129"/>
                  </a:lnTo>
                  <a:lnTo>
                    <a:pt x="268601" y="0"/>
                  </a:lnTo>
                  <a:close/>
                </a:path>
              </a:pathLst>
            </a:custGeom>
            <a:solidFill>
              <a:srgbClr val="CCE2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2477790" y="2082445"/>
              <a:ext cx="268605" cy="82550"/>
            </a:xfrm>
            <a:custGeom>
              <a:avLst/>
              <a:gdLst/>
              <a:ahLst/>
              <a:cxnLst/>
              <a:rect l="l" t="t" r="r" b="b"/>
              <a:pathLst>
                <a:path w="268605" h="82550">
                  <a:moveTo>
                    <a:pt x="0" y="82129"/>
                  </a:moveTo>
                  <a:lnTo>
                    <a:pt x="268601" y="82129"/>
                  </a:lnTo>
                  <a:lnTo>
                    <a:pt x="268601" y="0"/>
                  </a:lnTo>
                  <a:lnTo>
                    <a:pt x="0" y="0"/>
                  </a:lnTo>
                  <a:lnTo>
                    <a:pt x="0" y="82129"/>
                  </a:lnTo>
                  <a:close/>
                </a:path>
              </a:pathLst>
            </a:custGeom>
            <a:ln w="4719">
              <a:solidFill>
                <a:srgbClr val="8F9E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2469395" y="2045007"/>
            <a:ext cx="285750" cy="1390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0"/>
              </a:spcBef>
            </a:pPr>
            <a:r>
              <a:rPr sz="750" spc="-50" dirty="0">
                <a:latin typeface="Arial MT"/>
                <a:cs typeface="Arial MT"/>
              </a:rPr>
              <a:t>2</a:t>
            </a:r>
            <a:endParaRPr sz="750">
              <a:latin typeface="Arial MT"/>
              <a:cs typeface="Arial MT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2765360" y="2079905"/>
            <a:ext cx="273685" cy="87630"/>
            <a:chOff x="2765360" y="2079905"/>
            <a:chExt cx="273685" cy="87630"/>
          </a:xfrm>
        </p:grpSpPr>
        <p:sp>
          <p:nvSpPr>
            <p:cNvPr id="28" name="object 28"/>
            <p:cNvSpPr/>
            <p:nvPr/>
          </p:nvSpPr>
          <p:spPr>
            <a:xfrm>
              <a:off x="2767900" y="2082445"/>
              <a:ext cx="268605" cy="82550"/>
            </a:xfrm>
            <a:custGeom>
              <a:avLst/>
              <a:gdLst/>
              <a:ahLst/>
              <a:cxnLst/>
              <a:rect l="l" t="t" r="r" b="b"/>
              <a:pathLst>
                <a:path w="268605" h="82550">
                  <a:moveTo>
                    <a:pt x="268601" y="0"/>
                  </a:moveTo>
                  <a:lnTo>
                    <a:pt x="0" y="0"/>
                  </a:lnTo>
                  <a:lnTo>
                    <a:pt x="0" y="82129"/>
                  </a:lnTo>
                  <a:lnTo>
                    <a:pt x="268601" y="82129"/>
                  </a:lnTo>
                  <a:lnTo>
                    <a:pt x="268601" y="0"/>
                  </a:lnTo>
                  <a:close/>
                </a:path>
              </a:pathLst>
            </a:custGeom>
            <a:solidFill>
              <a:srgbClr val="CCE2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2767900" y="2082445"/>
              <a:ext cx="268605" cy="82550"/>
            </a:xfrm>
            <a:custGeom>
              <a:avLst/>
              <a:gdLst/>
              <a:ahLst/>
              <a:cxnLst/>
              <a:rect l="l" t="t" r="r" b="b"/>
              <a:pathLst>
                <a:path w="268605" h="82550">
                  <a:moveTo>
                    <a:pt x="0" y="82129"/>
                  </a:moveTo>
                  <a:lnTo>
                    <a:pt x="268601" y="82129"/>
                  </a:lnTo>
                  <a:lnTo>
                    <a:pt x="268601" y="0"/>
                  </a:lnTo>
                  <a:lnTo>
                    <a:pt x="0" y="0"/>
                  </a:lnTo>
                  <a:lnTo>
                    <a:pt x="0" y="82129"/>
                  </a:lnTo>
                  <a:close/>
                </a:path>
              </a:pathLst>
            </a:custGeom>
            <a:ln w="4719">
              <a:solidFill>
                <a:srgbClr val="8F9E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2759506" y="2045007"/>
            <a:ext cx="285750" cy="1390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0"/>
              </a:spcBef>
            </a:pPr>
            <a:r>
              <a:rPr sz="750" spc="-50" dirty="0">
                <a:latin typeface="Arial MT"/>
                <a:cs typeface="Arial MT"/>
              </a:rPr>
              <a:t>3</a:t>
            </a:r>
            <a:endParaRPr sz="750">
              <a:latin typeface="Arial MT"/>
              <a:cs typeface="Arial MT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3055470" y="2079905"/>
            <a:ext cx="854075" cy="87630"/>
            <a:chOff x="3055470" y="2079905"/>
            <a:chExt cx="854075" cy="87630"/>
          </a:xfrm>
        </p:grpSpPr>
        <p:sp>
          <p:nvSpPr>
            <p:cNvPr id="32" name="object 32"/>
            <p:cNvSpPr/>
            <p:nvPr/>
          </p:nvSpPr>
          <p:spPr>
            <a:xfrm>
              <a:off x="3058010" y="2082445"/>
              <a:ext cx="268605" cy="82550"/>
            </a:xfrm>
            <a:custGeom>
              <a:avLst/>
              <a:gdLst/>
              <a:ahLst/>
              <a:cxnLst/>
              <a:rect l="l" t="t" r="r" b="b"/>
              <a:pathLst>
                <a:path w="268604" h="82550">
                  <a:moveTo>
                    <a:pt x="268601" y="0"/>
                  </a:moveTo>
                  <a:lnTo>
                    <a:pt x="0" y="0"/>
                  </a:lnTo>
                  <a:lnTo>
                    <a:pt x="0" y="82129"/>
                  </a:lnTo>
                  <a:lnTo>
                    <a:pt x="268601" y="82129"/>
                  </a:lnTo>
                  <a:lnTo>
                    <a:pt x="268601" y="0"/>
                  </a:lnTo>
                  <a:close/>
                </a:path>
              </a:pathLst>
            </a:custGeom>
            <a:solidFill>
              <a:srgbClr val="CCE2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3058010" y="2082445"/>
              <a:ext cx="268605" cy="82550"/>
            </a:xfrm>
            <a:custGeom>
              <a:avLst/>
              <a:gdLst/>
              <a:ahLst/>
              <a:cxnLst/>
              <a:rect l="l" t="t" r="r" b="b"/>
              <a:pathLst>
                <a:path w="268604" h="82550">
                  <a:moveTo>
                    <a:pt x="0" y="82129"/>
                  </a:moveTo>
                  <a:lnTo>
                    <a:pt x="268601" y="82129"/>
                  </a:lnTo>
                  <a:lnTo>
                    <a:pt x="268601" y="0"/>
                  </a:lnTo>
                  <a:lnTo>
                    <a:pt x="0" y="0"/>
                  </a:lnTo>
                  <a:lnTo>
                    <a:pt x="0" y="82129"/>
                  </a:lnTo>
                  <a:close/>
                </a:path>
              </a:pathLst>
            </a:custGeom>
            <a:ln w="4719">
              <a:solidFill>
                <a:srgbClr val="8F9E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3348120" y="2082445"/>
              <a:ext cx="268605" cy="82550"/>
            </a:xfrm>
            <a:custGeom>
              <a:avLst/>
              <a:gdLst/>
              <a:ahLst/>
              <a:cxnLst/>
              <a:rect l="l" t="t" r="r" b="b"/>
              <a:pathLst>
                <a:path w="268604" h="82550">
                  <a:moveTo>
                    <a:pt x="268601" y="0"/>
                  </a:moveTo>
                  <a:lnTo>
                    <a:pt x="0" y="0"/>
                  </a:lnTo>
                  <a:lnTo>
                    <a:pt x="0" y="82129"/>
                  </a:lnTo>
                  <a:lnTo>
                    <a:pt x="268601" y="82129"/>
                  </a:lnTo>
                  <a:lnTo>
                    <a:pt x="268601" y="0"/>
                  </a:lnTo>
                  <a:close/>
                </a:path>
              </a:pathLst>
            </a:custGeom>
            <a:solidFill>
              <a:srgbClr val="CCE2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3348120" y="2082445"/>
              <a:ext cx="268605" cy="82550"/>
            </a:xfrm>
            <a:custGeom>
              <a:avLst/>
              <a:gdLst/>
              <a:ahLst/>
              <a:cxnLst/>
              <a:rect l="l" t="t" r="r" b="b"/>
              <a:pathLst>
                <a:path w="268604" h="82550">
                  <a:moveTo>
                    <a:pt x="0" y="82129"/>
                  </a:moveTo>
                  <a:lnTo>
                    <a:pt x="268601" y="82129"/>
                  </a:lnTo>
                  <a:lnTo>
                    <a:pt x="268601" y="0"/>
                  </a:lnTo>
                  <a:lnTo>
                    <a:pt x="0" y="0"/>
                  </a:lnTo>
                  <a:lnTo>
                    <a:pt x="0" y="82129"/>
                  </a:lnTo>
                  <a:close/>
                </a:path>
              </a:pathLst>
            </a:custGeom>
            <a:ln w="4719">
              <a:solidFill>
                <a:srgbClr val="8F9E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3638230" y="2082445"/>
              <a:ext cx="268605" cy="82550"/>
            </a:xfrm>
            <a:custGeom>
              <a:avLst/>
              <a:gdLst/>
              <a:ahLst/>
              <a:cxnLst/>
              <a:rect l="l" t="t" r="r" b="b"/>
              <a:pathLst>
                <a:path w="268604" h="82550">
                  <a:moveTo>
                    <a:pt x="268601" y="0"/>
                  </a:moveTo>
                  <a:lnTo>
                    <a:pt x="0" y="0"/>
                  </a:lnTo>
                  <a:lnTo>
                    <a:pt x="0" y="82129"/>
                  </a:lnTo>
                  <a:lnTo>
                    <a:pt x="268601" y="82129"/>
                  </a:lnTo>
                  <a:lnTo>
                    <a:pt x="268601" y="0"/>
                  </a:lnTo>
                  <a:close/>
                </a:path>
              </a:pathLst>
            </a:custGeom>
            <a:solidFill>
              <a:srgbClr val="CCE2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3638230" y="2082445"/>
              <a:ext cx="268605" cy="82550"/>
            </a:xfrm>
            <a:custGeom>
              <a:avLst/>
              <a:gdLst/>
              <a:ahLst/>
              <a:cxnLst/>
              <a:rect l="l" t="t" r="r" b="b"/>
              <a:pathLst>
                <a:path w="268604" h="82550">
                  <a:moveTo>
                    <a:pt x="0" y="82129"/>
                  </a:moveTo>
                  <a:lnTo>
                    <a:pt x="268601" y="82129"/>
                  </a:lnTo>
                  <a:lnTo>
                    <a:pt x="268601" y="0"/>
                  </a:lnTo>
                  <a:lnTo>
                    <a:pt x="0" y="0"/>
                  </a:lnTo>
                  <a:lnTo>
                    <a:pt x="0" y="82129"/>
                  </a:lnTo>
                  <a:close/>
                </a:path>
              </a:pathLst>
            </a:custGeom>
            <a:ln w="4719">
              <a:solidFill>
                <a:srgbClr val="8F9E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3049616" y="1722051"/>
            <a:ext cx="855344" cy="461645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44450">
              <a:lnSpc>
                <a:spcPct val="100000"/>
              </a:lnSpc>
              <a:spcBef>
                <a:spcPts val="740"/>
              </a:spcBef>
            </a:pPr>
            <a:r>
              <a:rPr sz="1300" spc="-20" dirty="0">
                <a:latin typeface="Arial MT"/>
                <a:cs typeface="Arial MT"/>
              </a:rPr>
              <a:t>1.0</a:t>
            </a:r>
            <a:r>
              <a:rPr sz="1300" spc="150" dirty="0">
                <a:latin typeface="Arial MT"/>
                <a:cs typeface="Arial MT"/>
              </a:rPr>
              <a:t> </a:t>
            </a:r>
            <a:r>
              <a:rPr sz="1300" spc="-20" dirty="0">
                <a:latin typeface="Arial MT"/>
                <a:cs typeface="Arial MT"/>
              </a:rPr>
              <a:t>8.5</a:t>
            </a:r>
            <a:r>
              <a:rPr sz="1300" spc="150" dirty="0">
                <a:latin typeface="Arial MT"/>
                <a:cs typeface="Arial MT"/>
              </a:rPr>
              <a:t> </a:t>
            </a:r>
            <a:r>
              <a:rPr sz="1300" spc="-25" dirty="0">
                <a:latin typeface="Arial MT"/>
                <a:cs typeface="Arial MT"/>
              </a:rPr>
              <a:t>0.0</a:t>
            </a:r>
            <a:endParaRPr sz="1300">
              <a:latin typeface="Arial MT"/>
              <a:cs typeface="Arial MT"/>
            </a:endParaRPr>
          </a:p>
          <a:p>
            <a:pPr marL="120650">
              <a:lnSpc>
                <a:spcPct val="100000"/>
              </a:lnSpc>
              <a:spcBef>
                <a:spcPts val="335"/>
              </a:spcBef>
              <a:tabLst>
                <a:tab pos="410209" algn="l"/>
                <a:tab pos="700405" algn="l"/>
              </a:tabLst>
            </a:pPr>
            <a:r>
              <a:rPr sz="750" spc="-50" dirty="0">
                <a:latin typeface="Arial MT"/>
                <a:cs typeface="Arial MT"/>
              </a:rPr>
              <a:t>4</a:t>
            </a:r>
            <a:r>
              <a:rPr sz="750" dirty="0">
                <a:latin typeface="Arial MT"/>
                <a:cs typeface="Arial MT"/>
              </a:rPr>
              <a:t>	</a:t>
            </a:r>
            <a:r>
              <a:rPr sz="750" spc="-50" dirty="0">
                <a:latin typeface="Arial MT"/>
                <a:cs typeface="Arial MT"/>
              </a:rPr>
              <a:t>5</a:t>
            </a:r>
            <a:r>
              <a:rPr sz="750" dirty="0">
                <a:latin typeface="Arial MT"/>
                <a:cs typeface="Arial MT"/>
              </a:rPr>
              <a:t>	</a:t>
            </a:r>
            <a:r>
              <a:rPr sz="750" spc="-50" dirty="0">
                <a:latin typeface="Arial MT"/>
                <a:cs typeface="Arial MT"/>
              </a:rPr>
              <a:t>6</a:t>
            </a:r>
            <a:endParaRPr sz="750">
              <a:latin typeface="Arial MT"/>
              <a:cs typeface="Arial MT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654459" y="1322218"/>
            <a:ext cx="4754880" cy="636270"/>
            <a:chOff x="654459" y="1322218"/>
            <a:chExt cx="4754880" cy="636270"/>
          </a:xfrm>
        </p:grpSpPr>
        <p:sp>
          <p:nvSpPr>
            <p:cNvPr id="40" name="object 40"/>
            <p:cNvSpPr/>
            <p:nvPr/>
          </p:nvSpPr>
          <p:spPr>
            <a:xfrm>
              <a:off x="656999" y="1324758"/>
              <a:ext cx="1566545" cy="631190"/>
            </a:xfrm>
            <a:custGeom>
              <a:avLst/>
              <a:gdLst/>
              <a:ahLst/>
              <a:cxnLst/>
              <a:rect l="l" t="t" r="r" b="b"/>
              <a:pathLst>
                <a:path w="1566545" h="631189">
                  <a:moveTo>
                    <a:pt x="814794" y="230455"/>
                  </a:moveTo>
                  <a:lnTo>
                    <a:pt x="1112067" y="615188"/>
                  </a:lnTo>
                  <a:lnTo>
                    <a:pt x="1122166" y="627307"/>
                  </a:lnTo>
                  <a:lnTo>
                    <a:pt x="1126696" y="630576"/>
                  </a:lnTo>
                  <a:lnTo>
                    <a:pt x="1125459" y="625128"/>
                  </a:lnTo>
                  <a:lnTo>
                    <a:pt x="1118256" y="611093"/>
                  </a:lnTo>
                  <a:lnTo>
                    <a:pt x="904795" y="230455"/>
                  </a:lnTo>
                  <a:lnTo>
                    <a:pt x="1515400" y="230455"/>
                  </a:lnTo>
                  <a:lnTo>
                    <a:pt x="1535100" y="226478"/>
                  </a:lnTo>
                  <a:lnTo>
                    <a:pt x="1551188" y="215632"/>
                  </a:lnTo>
                  <a:lnTo>
                    <a:pt x="1562034" y="199544"/>
                  </a:lnTo>
                  <a:lnTo>
                    <a:pt x="1566011" y="179844"/>
                  </a:lnTo>
                  <a:lnTo>
                    <a:pt x="1566011" y="50610"/>
                  </a:lnTo>
                  <a:lnTo>
                    <a:pt x="1562034" y="30910"/>
                  </a:lnTo>
                  <a:lnTo>
                    <a:pt x="1551188" y="14823"/>
                  </a:lnTo>
                  <a:lnTo>
                    <a:pt x="1535100" y="3977"/>
                  </a:lnTo>
                  <a:lnTo>
                    <a:pt x="1515400" y="0"/>
                  </a:ln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179844"/>
                  </a:lnTo>
                  <a:lnTo>
                    <a:pt x="3977" y="199544"/>
                  </a:lnTo>
                  <a:lnTo>
                    <a:pt x="14823" y="215632"/>
                  </a:lnTo>
                  <a:lnTo>
                    <a:pt x="30910" y="226478"/>
                  </a:lnTo>
                  <a:lnTo>
                    <a:pt x="50610" y="230455"/>
                  </a:lnTo>
                  <a:lnTo>
                    <a:pt x="814794" y="230455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3233438" y="1324758"/>
              <a:ext cx="2173605" cy="631190"/>
            </a:xfrm>
            <a:custGeom>
              <a:avLst/>
              <a:gdLst/>
              <a:ahLst/>
              <a:cxnLst/>
              <a:rect l="l" t="t" r="r" b="b"/>
              <a:pathLst>
                <a:path w="2173604" h="631189">
                  <a:moveTo>
                    <a:pt x="964817" y="230455"/>
                  </a:moveTo>
                  <a:lnTo>
                    <a:pt x="751356" y="611093"/>
                  </a:lnTo>
                  <a:lnTo>
                    <a:pt x="744153" y="625128"/>
                  </a:lnTo>
                  <a:lnTo>
                    <a:pt x="742916" y="630576"/>
                  </a:lnTo>
                  <a:lnTo>
                    <a:pt x="747446" y="627307"/>
                  </a:lnTo>
                  <a:lnTo>
                    <a:pt x="757545" y="615188"/>
                  </a:lnTo>
                  <a:lnTo>
                    <a:pt x="1054818" y="230455"/>
                  </a:lnTo>
                  <a:lnTo>
                    <a:pt x="2122603" y="230455"/>
                  </a:lnTo>
                  <a:lnTo>
                    <a:pt x="2142304" y="226478"/>
                  </a:lnTo>
                  <a:lnTo>
                    <a:pt x="2158391" y="215632"/>
                  </a:lnTo>
                  <a:lnTo>
                    <a:pt x="2169237" y="199544"/>
                  </a:lnTo>
                  <a:lnTo>
                    <a:pt x="2173214" y="179844"/>
                  </a:lnTo>
                  <a:lnTo>
                    <a:pt x="2173214" y="50610"/>
                  </a:lnTo>
                  <a:lnTo>
                    <a:pt x="2169237" y="30910"/>
                  </a:lnTo>
                  <a:lnTo>
                    <a:pt x="2158391" y="14823"/>
                  </a:lnTo>
                  <a:lnTo>
                    <a:pt x="2142304" y="3977"/>
                  </a:lnTo>
                  <a:lnTo>
                    <a:pt x="2122603" y="0"/>
                  </a:ln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179844"/>
                  </a:lnTo>
                  <a:lnTo>
                    <a:pt x="3977" y="199544"/>
                  </a:lnTo>
                  <a:lnTo>
                    <a:pt x="14823" y="215632"/>
                  </a:lnTo>
                  <a:lnTo>
                    <a:pt x="30910" y="226478"/>
                  </a:lnTo>
                  <a:lnTo>
                    <a:pt x="50610" y="230455"/>
                  </a:lnTo>
                  <a:lnTo>
                    <a:pt x="964817" y="230455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131292" y="562215"/>
            <a:ext cx="5227320" cy="948055"/>
          </a:xfrm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pPr marL="166370" indent="-153670">
              <a:lnSpc>
                <a:spcPct val="100000"/>
              </a:lnSpc>
              <a:spcBef>
                <a:spcPts val="725"/>
              </a:spcBef>
              <a:buClr>
                <a:srgbClr val="00AC8C"/>
              </a:buClr>
              <a:buChar char="•"/>
              <a:tabLst>
                <a:tab pos="166370" algn="l"/>
              </a:tabLst>
            </a:pPr>
            <a:r>
              <a:rPr sz="1400" dirty="0">
                <a:latin typeface="Arial MT"/>
                <a:cs typeface="Arial MT"/>
              </a:rPr>
              <a:t>O</a:t>
            </a:r>
            <a:r>
              <a:rPr sz="1400" spc="-65" dirty="0">
                <a:latin typeface="Arial MT"/>
                <a:cs typeface="Arial MT"/>
              </a:rPr>
              <a:t> </a:t>
            </a:r>
            <a:r>
              <a:rPr sz="1400" b="1" spc="-35" dirty="0">
                <a:latin typeface="Tahoma"/>
                <a:cs typeface="Tahoma"/>
              </a:rPr>
              <a:t>índice</a:t>
            </a:r>
            <a:r>
              <a:rPr sz="1400" b="1" spc="-65" dirty="0">
                <a:latin typeface="Tahoma"/>
                <a:cs typeface="Tahoma"/>
              </a:rPr>
              <a:t> </a:t>
            </a:r>
            <a:r>
              <a:rPr sz="1400" spc="-25" dirty="0">
                <a:latin typeface="Arial MT"/>
                <a:cs typeface="Arial MT"/>
              </a:rPr>
              <a:t>mostra</a:t>
            </a:r>
            <a:r>
              <a:rPr sz="1400" spc="-45" dirty="0">
                <a:latin typeface="Arial MT"/>
                <a:cs typeface="Arial MT"/>
              </a:rPr>
              <a:t> </a:t>
            </a:r>
            <a:r>
              <a:rPr sz="1400" spc="-90" dirty="0">
                <a:latin typeface="Arial MT"/>
                <a:cs typeface="Arial MT"/>
              </a:rPr>
              <a:t>a</a:t>
            </a:r>
            <a:r>
              <a:rPr sz="1400" spc="-35" dirty="0">
                <a:latin typeface="Arial MT"/>
                <a:cs typeface="Arial MT"/>
              </a:rPr>
              <a:t> </a:t>
            </a:r>
            <a:r>
              <a:rPr sz="1400" spc="-55" dirty="0">
                <a:latin typeface="Arial MT"/>
                <a:cs typeface="Arial MT"/>
              </a:rPr>
              <a:t>posição</a:t>
            </a:r>
            <a:r>
              <a:rPr sz="1400" spc="-40" dirty="0">
                <a:latin typeface="Arial MT"/>
                <a:cs typeface="Arial MT"/>
              </a:rPr>
              <a:t> </a:t>
            </a:r>
            <a:r>
              <a:rPr sz="1400" spc="-85" dirty="0">
                <a:latin typeface="Arial MT"/>
                <a:cs typeface="Arial MT"/>
              </a:rPr>
              <a:t>de</a:t>
            </a:r>
            <a:r>
              <a:rPr sz="1400" spc="-3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um</a:t>
            </a:r>
            <a:r>
              <a:rPr sz="1400" spc="-45" dirty="0">
                <a:latin typeface="Arial MT"/>
                <a:cs typeface="Arial MT"/>
              </a:rPr>
              <a:t> elemento </a:t>
            </a:r>
            <a:r>
              <a:rPr sz="1400" spc="-10" dirty="0">
                <a:latin typeface="Arial MT"/>
                <a:cs typeface="Arial MT"/>
              </a:rPr>
              <a:t>dentro</a:t>
            </a:r>
            <a:r>
              <a:rPr sz="1400" spc="-45" dirty="0">
                <a:latin typeface="Arial MT"/>
                <a:cs typeface="Arial MT"/>
              </a:rPr>
              <a:t> </a:t>
            </a:r>
            <a:r>
              <a:rPr sz="1400" spc="-20" dirty="0">
                <a:latin typeface="Arial MT"/>
                <a:cs typeface="Arial MT"/>
              </a:rPr>
              <a:t>do</a:t>
            </a:r>
            <a:r>
              <a:rPr sz="1400" spc="-45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vetor.</a:t>
            </a:r>
            <a:endParaRPr sz="1400">
              <a:latin typeface="Arial MT"/>
              <a:cs typeface="Arial MT"/>
            </a:endParaRPr>
          </a:p>
          <a:p>
            <a:pPr marL="156210">
              <a:lnSpc>
                <a:spcPct val="100000"/>
              </a:lnSpc>
              <a:spcBef>
                <a:spcPts val="500"/>
              </a:spcBef>
            </a:pPr>
            <a:r>
              <a:rPr sz="1200" dirty="0">
                <a:solidFill>
                  <a:srgbClr val="00AC8C"/>
                </a:solidFill>
                <a:latin typeface="Arial MT"/>
                <a:cs typeface="Arial MT"/>
              </a:rPr>
              <a:t>–</a:t>
            </a:r>
            <a:r>
              <a:rPr sz="1200" spc="290" dirty="0">
                <a:solidFill>
                  <a:srgbClr val="00AC8C"/>
                </a:solidFill>
                <a:latin typeface="Arial MT"/>
                <a:cs typeface="Arial MT"/>
              </a:rPr>
              <a:t> </a:t>
            </a:r>
            <a:r>
              <a:rPr sz="1200" spc="-75" dirty="0">
                <a:latin typeface="Arial MT"/>
                <a:cs typeface="Arial MT"/>
              </a:rPr>
              <a:t>ele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spc="-135" dirty="0">
                <a:latin typeface="Arial MT"/>
                <a:cs typeface="Arial MT"/>
              </a:rPr>
              <a:t>é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spc="-75" dirty="0">
                <a:latin typeface="Arial MT"/>
                <a:cs typeface="Arial MT"/>
              </a:rPr>
              <a:t>necessário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spc="-55" dirty="0">
                <a:latin typeface="Arial MT"/>
                <a:cs typeface="Arial MT"/>
              </a:rPr>
              <a:t>para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spc="-25" dirty="0">
                <a:latin typeface="Arial MT"/>
                <a:cs typeface="Arial MT"/>
              </a:rPr>
              <a:t>manipular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spc="-85" dirty="0">
                <a:latin typeface="Arial MT"/>
                <a:cs typeface="Arial MT"/>
              </a:rPr>
              <a:t>cada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spc="-60" dirty="0">
                <a:latin typeface="Arial MT"/>
                <a:cs typeface="Arial MT"/>
              </a:rPr>
              <a:t>dado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spc="-60" dirty="0">
                <a:latin typeface="Arial MT"/>
                <a:cs typeface="Arial MT"/>
              </a:rPr>
              <a:t>do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vetor.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40"/>
              </a:spcBef>
            </a:pPr>
            <a:endParaRPr sz="1200">
              <a:latin typeface="Arial MT"/>
              <a:cs typeface="Arial MT"/>
            </a:endParaRPr>
          </a:p>
          <a:p>
            <a:pPr marL="586105">
              <a:lnSpc>
                <a:spcPct val="100000"/>
              </a:lnSpc>
              <a:tabLst>
                <a:tab pos="3162300" algn="l"/>
              </a:tabLst>
            </a:pPr>
            <a:r>
              <a:rPr sz="1000" spc="-45" dirty="0">
                <a:latin typeface="Arial MT"/>
                <a:cs typeface="Arial MT"/>
              </a:rPr>
              <a:t>Qual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spc="-105" dirty="0">
                <a:latin typeface="Arial MT"/>
                <a:cs typeface="Arial MT"/>
              </a:rPr>
              <a:t>é</a:t>
            </a:r>
            <a:r>
              <a:rPr sz="1000" spc="-15" dirty="0">
                <a:latin typeface="Arial MT"/>
                <a:cs typeface="Arial MT"/>
              </a:rPr>
              <a:t> </a:t>
            </a:r>
            <a:r>
              <a:rPr sz="1000" spc="-55" dirty="0">
                <a:latin typeface="Arial MT"/>
                <a:cs typeface="Arial MT"/>
              </a:rPr>
              <a:t>o</a:t>
            </a:r>
            <a:r>
              <a:rPr sz="1000" spc="-15" dirty="0">
                <a:latin typeface="Arial MT"/>
                <a:cs typeface="Arial MT"/>
              </a:rPr>
              <a:t> </a:t>
            </a:r>
            <a:r>
              <a:rPr sz="1000" spc="-30" dirty="0">
                <a:latin typeface="Arial MT"/>
                <a:cs typeface="Arial MT"/>
              </a:rPr>
              <a:t>tamanho</a:t>
            </a:r>
            <a:r>
              <a:rPr sz="1000" spc="-15" dirty="0">
                <a:latin typeface="Arial MT"/>
                <a:cs typeface="Arial MT"/>
              </a:rPr>
              <a:t> </a:t>
            </a:r>
            <a:r>
              <a:rPr sz="1000" spc="-45" dirty="0">
                <a:latin typeface="Arial MT"/>
                <a:cs typeface="Arial MT"/>
              </a:rPr>
              <a:t>do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vetor?</a:t>
            </a:r>
            <a:r>
              <a:rPr sz="1000" dirty="0">
                <a:latin typeface="Arial MT"/>
                <a:cs typeface="Arial MT"/>
              </a:rPr>
              <a:t>	</a:t>
            </a:r>
            <a:r>
              <a:rPr sz="1000" spc="-45" dirty="0">
                <a:latin typeface="Arial MT"/>
                <a:cs typeface="Arial MT"/>
              </a:rPr>
              <a:t>Qual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spc="-105" dirty="0">
                <a:latin typeface="Arial MT"/>
                <a:cs typeface="Arial MT"/>
              </a:rPr>
              <a:t>é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spc="-55" dirty="0">
                <a:latin typeface="Arial MT"/>
                <a:cs typeface="Arial MT"/>
              </a:rPr>
              <a:t>o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spc="-35" dirty="0">
                <a:latin typeface="Arial MT"/>
                <a:cs typeface="Arial MT"/>
              </a:rPr>
              <a:t>índice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spc="-55" dirty="0">
                <a:latin typeface="Arial MT"/>
                <a:cs typeface="Arial MT"/>
              </a:rPr>
              <a:t>da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spc="-95" dirty="0">
                <a:latin typeface="Arial MT"/>
                <a:cs typeface="Arial MT"/>
              </a:rPr>
              <a:t>5ª</a:t>
            </a:r>
            <a:r>
              <a:rPr sz="1000" spc="-20" dirty="0">
                <a:latin typeface="Arial MT"/>
                <a:cs typeface="Arial MT"/>
              </a:rPr>
              <a:t> nota </a:t>
            </a:r>
            <a:r>
              <a:rPr sz="1000" spc="-55" dirty="0">
                <a:latin typeface="Arial MT"/>
                <a:cs typeface="Arial MT"/>
              </a:rPr>
              <a:t>armazenada?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737088" y="2004650"/>
            <a:ext cx="1405890" cy="631190"/>
          </a:xfrm>
          <a:custGeom>
            <a:avLst/>
            <a:gdLst/>
            <a:ahLst/>
            <a:cxnLst/>
            <a:rect l="l" t="t" r="r" b="b"/>
            <a:pathLst>
              <a:path w="1405889" h="631189">
                <a:moveTo>
                  <a:pt x="824703" y="400121"/>
                </a:moveTo>
                <a:lnTo>
                  <a:pt x="1038164" y="19483"/>
                </a:lnTo>
                <a:lnTo>
                  <a:pt x="1045368" y="5448"/>
                </a:lnTo>
                <a:lnTo>
                  <a:pt x="1046605" y="0"/>
                </a:lnTo>
                <a:lnTo>
                  <a:pt x="1042074" y="3269"/>
                </a:lnTo>
                <a:lnTo>
                  <a:pt x="1031975" y="15388"/>
                </a:lnTo>
                <a:lnTo>
                  <a:pt x="734702" y="400121"/>
                </a:lnTo>
                <a:lnTo>
                  <a:pt x="50610" y="400121"/>
                </a:lnTo>
                <a:lnTo>
                  <a:pt x="30910" y="404098"/>
                </a:lnTo>
                <a:lnTo>
                  <a:pt x="14823" y="414944"/>
                </a:lnTo>
                <a:lnTo>
                  <a:pt x="3977" y="431031"/>
                </a:lnTo>
                <a:lnTo>
                  <a:pt x="0" y="450732"/>
                </a:lnTo>
                <a:lnTo>
                  <a:pt x="0" y="579966"/>
                </a:lnTo>
                <a:lnTo>
                  <a:pt x="3977" y="599666"/>
                </a:lnTo>
                <a:lnTo>
                  <a:pt x="14823" y="615753"/>
                </a:lnTo>
                <a:lnTo>
                  <a:pt x="30910" y="626599"/>
                </a:lnTo>
                <a:lnTo>
                  <a:pt x="50610" y="630577"/>
                </a:lnTo>
                <a:lnTo>
                  <a:pt x="1355217" y="630577"/>
                </a:lnTo>
                <a:lnTo>
                  <a:pt x="1374917" y="626599"/>
                </a:lnTo>
                <a:lnTo>
                  <a:pt x="1391004" y="615753"/>
                </a:lnTo>
                <a:lnTo>
                  <a:pt x="1401850" y="599666"/>
                </a:lnTo>
                <a:lnTo>
                  <a:pt x="1405828" y="579966"/>
                </a:lnTo>
                <a:lnTo>
                  <a:pt x="1405828" y="450732"/>
                </a:lnTo>
                <a:lnTo>
                  <a:pt x="1401850" y="431031"/>
                </a:lnTo>
                <a:lnTo>
                  <a:pt x="1391004" y="414944"/>
                </a:lnTo>
                <a:lnTo>
                  <a:pt x="1374917" y="404098"/>
                </a:lnTo>
                <a:lnTo>
                  <a:pt x="1355217" y="400121"/>
                </a:lnTo>
                <a:lnTo>
                  <a:pt x="824703" y="400121"/>
                </a:lnTo>
                <a:close/>
              </a:path>
            </a:pathLst>
          </a:custGeom>
          <a:ln w="50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 txBox="1"/>
          <p:nvPr/>
        </p:nvSpPr>
        <p:spPr>
          <a:xfrm>
            <a:off x="785126" y="2413017"/>
            <a:ext cx="131000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45" dirty="0">
                <a:latin typeface="Arial MT"/>
                <a:cs typeface="Arial MT"/>
              </a:rPr>
              <a:t>Qual</a:t>
            </a:r>
            <a:r>
              <a:rPr sz="1000" spc="-25" dirty="0">
                <a:latin typeface="Arial MT"/>
                <a:cs typeface="Arial MT"/>
              </a:rPr>
              <a:t> </a:t>
            </a:r>
            <a:r>
              <a:rPr sz="1000" spc="-55" dirty="0">
                <a:latin typeface="Arial MT"/>
                <a:cs typeface="Arial MT"/>
              </a:rPr>
              <a:t>o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spc="-25" dirty="0">
                <a:latin typeface="Arial MT"/>
                <a:cs typeface="Arial MT"/>
              </a:rPr>
              <a:t>valor </a:t>
            </a:r>
            <a:r>
              <a:rPr sz="1000" spc="-45" dirty="0">
                <a:latin typeface="Arial MT"/>
                <a:cs typeface="Arial MT"/>
              </a:rPr>
              <a:t>do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spc="-35" dirty="0">
                <a:latin typeface="Arial MT"/>
                <a:cs typeface="Arial MT"/>
              </a:rPr>
              <a:t>índice</a:t>
            </a:r>
            <a:r>
              <a:rPr sz="1000" spc="-25" dirty="0">
                <a:latin typeface="Arial MT"/>
                <a:cs typeface="Arial MT"/>
              </a:rPr>
              <a:t> </a:t>
            </a:r>
            <a:r>
              <a:rPr sz="1000" spc="-60" dirty="0">
                <a:latin typeface="Arial MT"/>
                <a:cs typeface="Arial MT"/>
              </a:rPr>
              <a:t>5?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3320803" y="2004650"/>
            <a:ext cx="1998980" cy="631190"/>
          </a:xfrm>
          <a:custGeom>
            <a:avLst/>
            <a:gdLst/>
            <a:ahLst/>
            <a:cxnLst/>
            <a:rect l="l" t="t" r="r" b="b"/>
            <a:pathLst>
              <a:path w="1998979" h="631189">
                <a:moveTo>
                  <a:pt x="967451" y="400121"/>
                </a:moveTo>
                <a:lnTo>
                  <a:pt x="670178" y="15388"/>
                </a:lnTo>
                <a:lnTo>
                  <a:pt x="660079" y="3269"/>
                </a:lnTo>
                <a:lnTo>
                  <a:pt x="655549" y="0"/>
                </a:lnTo>
                <a:lnTo>
                  <a:pt x="656786" y="5448"/>
                </a:lnTo>
                <a:lnTo>
                  <a:pt x="663989" y="19483"/>
                </a:lnTo>
                <a:lnTo>
                  <a:pt x="877450" y="400121"/>
                </a:lnTo>
                <a:lnTo>
                  <a:pt x="50610" y="400121"/>
                </a:lnTo>
                <a:lnTo>
                  <a:pt x="30910" y="404098"/>
                </a:lnTo>
                <a:lnTo>
                  <a:pt x="14823" y="414944"/>
                </a:lnTo>
                <a:lnTo>
                  <a:pt x="3977" y="431031"/>
                </a:lnTo>
                <a:lnTo>
                  <a:pt x="0" y="450732"/>
                </a:lnTo>
                <a:lnTo>
                  <a:pt x="0" y="579966"/>
                </a:lnTo>
                <a:lnTo>
                  <a:pt x="3977" y="599666"/>
                </a:lnTo>
                <a:lnTo>
                  <a:pt x="14823" y="615753"/>
                </a:lnTo>
                <a:lnTo>
                  <a:pt x="30910" y="626599"/>
                </a:lnTo>
                <a:lnTo>
                  <a:pt x="50610" y="630577"/>
                </a:lnTo>
                <a:lnTo>
                  <a:pt x="1947869" y="630577"/>
                </a:lnTo>
                <a:lnTo>
                  <a:pt x="1967570" y="626599"/>
                </a:lnTo>
                <a:lnTo>
                  <a:pt x="1983657" y="615753"/>
                </a:lnTo>
                <a:lnTo>
                  <a:pt x="1994503" y="599666"/>
                </a:lnTo>
                <a:lnTo>
                  <a:pt x="1998480" y="579966"/>
                </a:lnTo>
                <a:lnTo>
                  <a:pt x="1998480" y="450732"/>
                </a:lnTo>
                <a:lnTo>
                  <a:pt x="1994503" y="431031"/>
                </a:lnTo>
                <a:lnTo>
                  <a:pt x="1983657" y="414944"/>
                </a:lnTo>
                <a:lnTo>
                  <a:pt x="1967570" y="404098"/>
                </a:lnTo>
                <a:lnTo>
                  <a:pt x="1947869" y="400121"/>
                </a:lnTo>
                <a:lnTo>
                  <a:pt x="967451" y="400121"/>
                </a:lnTo>
                <a:close/>
              </a:path>
            </a:pathLst>
          </a:custGeom>
          <a:ln w="50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 txBox="1"/>
          <p:nvPr/>
        </p:nvSpPr>
        <p:spPr>
          <a:xfrm>
            <a:off x="3368802" y="2413017"/>
            <a:ext cx="190246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45" dirty="0">
                <a:latin typeface="Arial MT"/>
                <a:cs typeface="Arial MT"/>
              </a:rPr>
              <a:t>Qual</a:t>
            </a:r>
            <a:r>
              <a:rPr sz="1000" spc="-25" dirty="0">
                <a:latin typeface="Arial MT"/>
                <a:cs typeface="Arial MT"/>
              </a:rPr>
              <a:t> </a:t>
            </a:r>
            <a:r>
              <a:rPr sz="1000" spc="-105" dirty="0">
                <a:latin typeface="Arial MT"/>
                <a:cs typeface="Arial MT"/>
              </a:rPr>
              <a:t>é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spc="-55" dirty="0">
                <a:latin typeface="Arial MT"/>
                <a:cs typeface="Arial MT"/>
              </a:rPr>
              <a:t>o</a:t>
            </a:r>
            <a:r>
              <a:rPr sz="1000" spc="-25" dirty="0">
                <a:latin typeface="Arial MT"/>
                <a:cs typeface="Arial MT"/>
              </a:rPr>
              <a:t> valor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spc="-45" dirty="0">
                <a:latin typeface="Arial MT"/>
                <a:cs typeface="Arial MT"/>
              </a:rPr>
              <a:t>do</a:t>
            </a:r>
            <a:r>
              <a:rPr sz="1000" spc="-25" dirty="0">
                <a:latin typeface="Arial MT"/>
                <a:cs typeface="Arial MT"/>
              </a:rPr>
              <a:t> </a:t>
            </a:r>
            <a:r>
              <a:rPr sz="1000" spc="-55" dirty="0">
                <a:latin typeface="Arial MT"/>
                <a:cs typeface="Arial MT"/>
              </a:rPr>
              <a:t>1º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spc="-35" dirty="0">
                <a:latin typeface="Arial MT"/>
                <a:cs typeface="Arial MT"/>
              </a:rPr>
              <a:t>índice</a:t>
            </a:r>
            <a:r>
              <a:rPr sz="1000" spc="-25" dirty="0">
                <a:latin typeface="Arial MT"/>
                <a:cs typeface="Arial MT"/>
              </a:rPr>
              <a:t> </a:t>
            </a:r>
            <a:r>
              <a:rPr sz="1000" spc="-45" dirty="0">
                <a:latin typeface="Arial MT"/>
                <a:cs typeface="Arial MT"/>
              </a:rPr>
              <a:t>do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spc="-25" dirty="0">
                <a:latin typeface="Arial MT"/>
                <a:cs typeface="Arial MT"/>
              </a:rPr>
              <a:t>vetor?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1988199" y="2369478"/>
            <a:ext cx="1783714" cy="626110"/>
          </a:xfrm>
          <a:custGeom>
            <a:avLst/>
            <a:gdLst/>
            <a:ahLst/>
            <a:cxnLst/>
            <a:rect l="l" t="t" r="r" b="b"/>
            <a:pathLst>
              <a:path w="1783714" h="626110">
                <a:moveTo>
                  <a:pt x="936819" y="395297"/>
                </a:moveTo>
                <a:lnTo>
                  <a:pt x="897149" y="20846"/>
                </a:lnTo>
                <a:lnTo>
                  <a:pt x="894655" y="5211"/>
                </a:lnTo>
                <a:lnTo>
                  <a:pt x="891818" y="0"/>
                </a:lnTo>
                <a:lnTo>
                  <a:pt x="888981" y="5211"/>
                </a:lnTo>
                <a:lnTo>
                  <a:pt x="886487" y="20846"/>
                </a:lnTo>
                <a:lnTo>
                  <a:pt x="846818" y="395297"/>
                </a:lnTo>
                <a:lnTo>
                  <a:pt x="50610" y="395297"/>
                </a:lnTo>
                <a:lnTo>
                  <a:pt x="30910" y="399274"/>
                </a:lnTo>
                <a:lnTo>
                  <a:pt x="14823" y="410121"/>
                </a:lnTo>
                <a:lnTo>
                  <a:pt x="3977" y="426208"/>
                </a:lnTo>
                <a:lnTo>
                  <a:pt x="0" y="445908"/>
                </a:lnTo>
                <a:lnTo>
                  <a:pt x="0" y="575142"/>
                </a:lnTo>
                <a:lnTo>
                  <a:pt x="3977" y="594842"/>
                </a:lnTo>
                <a:lnTo>
                  <a:pt x="14823" y="610929"/>
                </a:lnTo>
                <a:lnTo>
                  <a:pt x="30910" y="621776"/>
                </a:lnTo>
                <a:lnTo>
                  <a:pt x="50610" y="625753"/>
                </a:lnTo>
                <a:lnTo>
                  <a:pt x="1733026" y="625753"/>
                </a:lnTo>
                <a:lnTo>
                  <a:pt x="1752727" y="621776"/>
                </a:lnTo>
                <a:lnTo>
                  <a:pt x="1768814" y="610929"/>
                </a:lnTo>
                <a:lnTo>
                  <a:pt x="1779660" y="594842"/>
                </a:lnTo>
                <a:lnTo>
                  <a:pt x="1783637" y="575142"/>
                </a:lnTo>
                <a:lnTo>
                  <a:pt x="1783637" y="445908"/>
                </a:lnTo>
                <a:lnTo>
                  <a:pt x="1779660" y="426208"/>
                </a:lnTo>
                <a:lnTo>
                  <a:pt x="1768814" y="410121"/>
                </a:lnTo>
                <a:lnTo>
                  <a:pt x="1752727" y="399274"/>
                </a:lnTo>
                <a:lnTo>
                  <a:pt x="1733026" y="395297"/>
                </a:lnTo>
                <a:lnTo>
                  <a:pt x="936819" y="395297"/>
                </a:lnTo>
                <a:close/>
              </a:path>
            </a:pathLst>
          </a:custGeom>
          <a:ln w="50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 txBox="1"/>
          <p:nvPr/>
        </p:nvSpPr>
        <p:spPr>
          <a:xfrm>
            <a:off x="2036216" y="2773011"/>
            <a:ext cx="168783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45" dirty="0">
                <a:latin typeface="Arial MT"/>
                <a:cs typeface="Arial MT"/>
              </a:rPr>
              <a:t>Qual</a:t>
            </a:r>
            <a:r>
              <a:rPr sz="1000" spc="-25" dirty="0">
                <a:latin typeface="Arial MT"/>
                <a:cs typeface="Arial MT"/>
              </a:rPr>
              <a:t> </a:t>
            </a:r>
            <a:r>
              <a:rPr sz="1000" spc="-105" dirty="0">
                <a:latin typeface="Arial MT"/>
                <a:cs typeface="Arial MT"/>
              </a:rPr>
              <a:t>é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spc="-55" dirty="0">
                <a:latin typeface="Arial MT"/>
                <a:cs typeface="Arial MT"/>
              </a:rPr>
              <a:t>o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último</a:t>
            </a:r>
            <a:r>
              <a:rPr sz="1000" spc="-25" dirty="0">
                <a:latin typeface="Arial MT"/>
                <a:cs typeface="Arial MT"/>
              </a:rPr>
              <a:t> </a:t>
            </a:r>
            <a:r>
              <a:rPr sz="1000" spc="-35" dirty="0">
                <a:latin typeface="Arial MT"/>
                <a:cs typeface="Arial MT"/>
              </a:rPr>
              <a:t>índice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spc="-45" dirty="0">
                <a:latin typeface="Arial MT"/>
                <a:cs typeface="Arial MT"/>
              </a:rPr>
              <a:t>do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spc="-25" dirty="0">
                <a:latin typeface="Arial MT"/>
                <a:cs typeface="Arial MT"/>
              </a:rPr>
              <a:t>vetor?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49" name="object 49"/>
          <p:cNvSpPr/>
          <p:nvPr/>
        </p:nvSpPr>
        <p:spPr>
          <a:xfrm>
            <a:off x="0" y="3202038"/>
            <a:ext cx="5760085" cy="38100"/>
          </a:xfrm>
          <a:custGeom>
            <a:avLst/>
            <a:gdLst/>
            <a:ahLst/>
            <a:cxnLst/>
            <a:rect l="l" t="t" r="r" b="b"/>
            <a:pathLst>
              <a:path w="5760085" h="38100">
                <a:moveTo>
                  <a:pt x="5759996" y="12"/>
                </a:moveTo>
                <a:lnTo>
                  <a:pt x="0" y="12"/>
                </a:lnTo>
                <a:lnTo>
                  <a:pt x="0" y="37973"/>
                </a:lnTo>
                <a:lnTo>
                  <a:pt x="5759996" y="37973"/>
                </a:lnTo>
                <a:lnTo>
                  <a:pt x="5759996" y="12"/>
                </a:lnTo>
                <a:close/>
              </a:path>
            </a:pathLst>
          </a:custGeom>
          <a:solidFill>
            <a:srgbClr val="00AC8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fld id="{81D60167-4931-47E6-BA6A-407CBD079E47}" type="slidenum">
              <a:rPr spc="-25" dirty="0"/>
              <a:t>11</a:t>
            </a:fld>
            <a:endParaRPr spc="-25" dirty="0"/>
          </a:p>
        </p:txBody>
      </p:sp>
    </p:spTree>
  </p:cSld>
  <p:clrMapOvr>
    <a:masterClrMapping/>
  </p:clrMapOvr>
  <p:transition>
    <p:cut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Vetores</a:t>
            </a:r>
            <a:r>
              <a:rPr spc="95" dirty="0"/>
              <a:t> </a:t>
            </a:r>
            <a:r>
              <a:rPr spc="75" dirty="0"/>
              <a:t>e</a:t>
            </a:r>
            <a:r>
              <a:rPr spc="95" dirty="0"/>
              <a:t> </a:t>
            </a:r>
            <a:r>
              <a:rPr spc="55" dirty="0"/>
              <a:t>loops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1292" y="615098"/>
            <a:ext cx="4813935" cy="1960880"/>
          </a:xfrm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pPr marL="166370" indent="-153670">
              <a:lnSpc>
                <a:spcPct val="100000"/>
              </a:lnSpc>
              <a:spcBef>
                <a:spcPts val="725"/>
              </a:spcBef>
              <a:buClr>
                <a:srgbClr val="00AC8C"/>
              </a:buClr>
              <a:buFont typeface="Arial MT"/>
              <a:buChar char="•"/>
              <a:tabLst>
                <a:tab pos="166370" algn="l"/>
              </a:tabLst>
            </a:pPr>
            <a:r>
              <a:rPr sz="1400" b="1" dirty="0">
                <a:latin typeface="Tahoma"/>
                <a:cs typeface="Tahoma"/>
              </a:rPr>
              <a:t>E</a:t>
            </a:r>
            <a:r>
              <a:rPr sz="1400" b="1" spc="-40" dirty="0">
                <a:latin typeface="Tahoma"/>
                <a:cs typeface="Tahoma"/>
              </a:rPr>
              <a:t> </a:t>
            </a:r>
            <a:r>
              <a:rPr sz="1400" b="1" spc="-125" dirty="0">
                <a:latin typeface="Tahoma"/>
                <a:cs typeface="Tahoma"/>
              </a:rPr>
              <a:t>se</a:t>
            </a:r>
            <a:r>
              <a:rPr sz="1400" b="1" spc="-40" dirty="0">
                <a:latin typeface="Tahoma"/>
                <a:cs typeface="Tahoma"/>
              </a:rPr>
              <a:t> </a:t>
            </a:r>
            <a:r>
              <a:rPr sz="1400" b="1" spc="-65" dirty="0">
                <a:latin typeface="Tahoma"/>
                <a:cs typeface="Tahoma"/>
              </a:rPr>
              <a:t>quisermos</a:t>
            </a:r>
            <a:r>
              <a:rPr sz="1400" b="1" spc="-35" dirty="0">
                <a:latin typeface="Tahoma"/>
                <a:cs typeface="Tahoma"/>
              </a:rPr>
              <a:t> </a:t>
            </a:r>
            <a:r>
              <a:rPr sz="1400" b="1" spc="-20" dirty="0">
                <a:latin typeface="Tahoma"/>
                <a:cs typeface="Tahoma"/>
              </a:rPr>
              <a:t>imprimir</a:t>
            </a:r>
            <a:r>
              <a:rPr sz="1400" b="1" spc="-40" dirty="0">
                <a:latin typeface="Tahoma"/>
                <a:cs typeface="Tahoma"/>
              </a:rPr>
              <a:t> </a:t>
            </a:r>
            <a:r>
              <a:rPr sz="1400" b="1" spc="-45" dirty="0">
                <a:latin typeface="Tahoma"/>
                <a:cs typeface="Tahoma"/>
              </a:rPr>
              <a:t>múltiplos</a:t>
            </a:r>
            <a:r>
              <a:rPr sz="1400" b="1" spc="-40" dirty="0">
                <a:latin typeface="Tahoma"/>
                <a:cs typeface="Tahoma"/>
              </a:rPr>
              <a:t> </a:t>
            </a:r>
            <a:r>
              <a:rPr sz="1400" b="1" spc="-70" dirty="0">
                <a:latin typeface="Tahoma"/>
                <a:cs typeface="Tahoma"/>
              </a:rPr>
              <a:t>valores</a:t>
            </a:r>
            <a:r>
              <a:rPr sz="1400" b="1" spc="-35" dirty="0">
                <a:latin typeface="Tahoma"/>
                <a:cs typeface="Tahoma"/>
              </a:rPr>
              <a:t> </a:t>
            </a:r>
            <a:r>
              <a:rPr sz="1400" b="1" spc="-70" dirty="0">
                <a:latin typeface="Tahoma"/>
                <a:cs typeface="Tahoma"/>
              </a:rPr>
              <a:t>de</a:t>
            </a:r>
            <a:r>
              <a:rPr sz="1400" b="1" spc="-40" dirty="0">
                <a:latin typeface="Tahoma"/>
                <a:cs typeface="Tahoma"/>
              </a:rPr>
              <a:t> </a:t>
            </a:r>
            <a:r>
              <a:rPr sz="1400" b="1" spc="-65" dirty="0">
                <a:latin typeface="Tahoma"/>
                <a:cs typeface="Tahoma"/>
              </a:rPr>
              <a:t>um</a:t>
            </a:r>
            <a:r>
              <a:rPr sz="1400" b="1" spc="-40" dirty="0">
                <a:latin typeface="Tahoma"/>
                <a:cs typeface="Tahoma"/>
              </a:rPr>
              <a:t> vetor?</a:t>
            </a:r>
            <a:endParaRPr sz="1400">
              <a:latin typeface="Tahoma"/>
              <a:cs typeface="Tahoma"/>
            </a:endParaRPr>
          </a:p>
          <a:p>
            <a:pPr marL="313690" lvl="1" indent="-157480">
              <a:lnSpc>
                <a:spcPct val="100000"/>
              </a:lnSpc>
              <a:spcBef>
                <a:spcPts val="500"/>
              </a:spcBef>
              <a:buClr>
                <a:srgbClr val="00AC8C"/>
              </a:buClr>
              <a:buChar char="–"/>
              <a:tabLst>
                <a:tab pos="313690" algn="l"/>
              </a:tabLst>
            </a:pPr>
            <a:r>
              <a:rPr sz="1200" spc="-80" dirty="0">
                <a:latin typeface="Arial MT"/>
                <a:cs typeface="Arial MT"/>
              </a:rPr>
              <a:t>podemos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spc="-20" dirty="0">
                <a:latin typeface="Arial MT"/>
                <a:cs typeface="Arial MT"/>
              </a:rPr>
              <a:t>“caminhar” </a:t>
            </a:r>
            <a:r>
              <a:rPr sz="1200" spc="-45" dirty="0">
                <a:latin typeface="Arial MT"/>
                <a:cs typeface="Arial MT"/>
              </a:rPr>
              <a:t>entre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spc="-114" dirty="0">
                <a:latin typeface="Arial MT"/>
                <a:cs typeface="Arial MT"/>
              </a:rPr>
              <a:t>as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spc="-75" dirty="0">
                <a:latin typeface="Arial MT"/>
                <a:cs typeface="Arial MT"/>
              </a:rPr>
              <a:t>posições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spc="-85" dirty="0">
                <a:latin typeface="Arial MT"/>
                <a:cs typeface="Arial MT"/>
              </a:rPr>
              <a:t>de</a:t>
            </a:r>
            <a:r>
              <a:rPr sz="1200" spc="-20" dirty="0">
                <a:latin typeface="Arial MT"/>
                <a:cs typeface="Arial MT"/>
              </a:rPr>
              <a:t> um </a:t>
            </a:r>
            <a:r>
              <a:rPr sz="1200" spc="-30" dirty="0">
                <a:latin typeface="Arial MT"/>
                <a:cs typeface="Arial MT"/>
              </a:rPr>
              <a:t>vetor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spc="-85" dirty="0">
                <a:latin typeface="Arial MT"/>
                <a:cs typeface="Arial MT"/>
              </a:rPr>
              <a:t>.</a:t>
            </a:r>
            <a:r>
              <a:rPr sz="1200" spc="-175" dirty="0">
                <a:latin typeface="Arial MT"/>
                <a:cs typeface="Arial MT"/>
              </a:rPr>
              <a:t> </a:t>
            </a:r>
            <a:r>
              <a:rPr sz="1200" spc="-85" dirty="0">
                <a:latin typeface="Arial MT"/>
                <a:cs typeface="Arial MT"/>
              </a:rPr>
              <a:t>.</a:t>
            </a:r>
            <a:r>
              <a:rPr sz="1200" spc="-180" dirty="0">
                <a:latin typeface="Arial MT"/>
                <a:cs typeface="Arial MT"/>
              </a:rPr>
              <a:t> </a:t>
            </a:r>
            <a:r>
              <a:rPr sz="1200" spc="-50" dirty="0">
                <a:latin typeface="Arial MT"/>
                <a:cs typeface="Arial MT"/>
              </a:rPr>
              <a:t>.</a:t>
            </a:r>
            <a:endParaRPr sz="1200">
              <a:latin typeface="Arial MT"/>
              <a:cs typeface="Arial MT"/>
            </a:endParaRPr>
          </a:p>
          <a:p>
            <a:pPr marL="313690" lvl="1" indent="-157480">
              <a:lnSpc>
                <a:spcPct val="100000"/>
              </a:lnSpc>
              <a:spcBef>
                <a:spcPts val="535"/>
              </a:spcBef>
              <a:buClr>
                <a:srgbClr val="00AC8C"/>
              </a:buClr>
              <a:buChar char="–"/>
              <a:tabLst>
                <a:tab pos="313690" algn="l"/>
              </a:tabLst>
            </a:pPr>
            <a:r>
              <a:rPr sz="1200" spc="-20" dirty="0">
                <a:latin typeface="Arial MT"/>
                <a:cs typeface="Arial MT"/>
              </a:rPr>
              <a:t>utilizando um </a:t>
            </a:r>
            <a:r>
              <a:rPr sz="1200" spc="-60" dirty="0">
                <a:latin typeface="Arial MT"/>
                <a:cs typeface="Arial MT"/>
              </a:rPr>
              <a:t>laço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spc="-85" dirty="0">
                <a:latin typeface="Arial MT"/>
                <a:cs typeface="Arial MT"/>
              </a:rPr>
              <a:t>de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spc="-45" dirty="0">
                <a:latin typeface="Arial MT"/>
                <a:cs typeface="Arial MT"/>
              </a:rPr>
              <a:t>repetição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spc="-75" dirty="0">
                <a:latin typeface="Arial MT"/>
                <a:cs typeface="Arial MT"/>
              </a:rPr>
              <a:t>como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spc="-70" dirty="0">
                <a:latin typeface="Arial MT"/>
                <a:cs typeface="Arial MT"/>
              </a:rPr>
              <a:t>o</a:t>
            </a:r>
            <a:r>
              <a:rPr sz="1200" spc="-20" dirty="0">
                <a:latin typeface="Arial MT"/>
                <a:cs typeface="Arial MT"/>
              </a:rPr>
              <a:t> for.</a:t>
            </a:r>
            <a:endParaRPr sz="1200">
              <a:latin typeface="Arial MT"/>
              <a:cs typeface="Arial MT"/>
            </a:endParaRPr>
          </a:p>
          <a:p>
            <a:pPr marL="166370" indent="-153670">
              <a:lnSpc>
                <a:spcPct val="100000"/>
              </a:lnSpc>
              <a:spcBef>
                <a:spcPts val="1190"/>
              </a:spcBef>
              <a:buClr>
                <a:srgbClr val="00AC8C"/>
              </a:buClr>
              <a:buFont typeface="Arial MT"/>
              <a:buChar char="•"/>
              <a:tabLst>
                <a:tab pos="166370" algn="l"/>
              </a:tabLst>
            </a:pPr>
            <a:r>
              <a:rPr sz="1400" b="1" spc="-80" dirty="0">
                <a:latin typeface="Tahoma"/>
                <a:cs typeface="Tahoma"/>
              </a:rPr>
              <a:t>Para</a:t>
            </a:r>
            <a:r>
              <a:rPr sz="1400" b="1" spc="-35" dirty="0">
                <a:latin typeface="Tahoma"/>
                <a:cs typeface="Tahoma"/>
              </a:rPr>
              <a:t> </a:t>
            </a:r>
            <a:r>
              <a:rPr sz="1400" b="1" spc="-40" dirty="0">
                <a:latin typeface="Tahoma"/>
                <a:cs typeface="Tahoma"/>
              </a:rPr>
              <a:t>ler</a:t>
            </a:r>
            <a:r>
              <a:rPr sz="1400" b="1" spc="-35" dirty="0">
                <a:latin typeface="Tahoma"/>
                <a:cs typeface="Tahoma"/>
              </a:rPr>
              <a:t> </a:t>
            </a:r>
            <a:r>
              <a:rPr sz="1400" b="1" spc="-160" dirty="0">
                <a:latin typeface="Tahoma"/>
                <a:cs typeface="Tahoma"/>
              </a:rPr>
              <a:t>5</a:t>
            </a:r>
            <a:r>
              <a:rPr sz="1400" b="1" spc="-35" dirty="0">
                <a:latin typeface="Tahoma"/>
                <a:cs typeface="Tahoma"/>
              </a:rPr>
              <a:t> </a:t>
            </a:r>
            <a:r>
              <a:rPr sz="1400" b="1" spc="-85" dirty="0">
                <a:latin typeface="Tahoma"/>
                <a:cs typeface="Tahoma"/>
              </a:rPr>
              <a:t>notas</a:t>
            </a:r>
            <a:r>
              <a:rPr sz="1400" b="1" spc="-30" dirty="0">
                <a:latin typeface="Tahoma"/>
                <a:cs typeface="Tahoma"/>
              </a:rPr>
              <a:t> </a:t>
            </a:r>
            <a:r>
              <a:rPr sz="1400" b="1" spc="-60" dirty="0">
                <a:latin typeface="Tahoma"/>
                <a:cs typeface="Tahoma"/>
              </a:rPr>
              <a:t>inseridas</a:t>
            </a:r>
            <a:r>
              <a:rPr sz="1400" b="1" spc="-35" dirty="0">
                <a:latin typeface="Tahoma"/>
                <a:cs typeface="Tahoma"/>
              </a:rPr>
              <a:t> </a:t>
            </a:r>
            <a:r>
              <a:rPr sz="1400" b="1" spc="-50" dirty="0">
                <a:latin typeface="Tahoma"/>
                <a:cs typeface="Tahoma"/>
              </a:rPr>
              <a:t>pelo</a:t>
            </a:r>
            <a:r>
              <a:rPr sz="1400" b="1" spc="-35" dirty="0">
                <a:latin typeface="Tahoma"/>
                <a:cs typeface="Tahoma"/>
              </a:rPr>
              <a:t> </a:t>
            </a:r>
            <a:r>
              <a:rPr sz="1400" b="1" spc="-10" dirty="0">
                <a:latin typeface="Tahoma"/>
                <a:cs typeface="Tahoma"/>
              </a:rPr>
              <a:t>usuário:</a:t>
            </a:r>
            <a:endParaRPr sz="1400">
              <a:latin typeface="Tahoma"/>
              <a:cs typeface="Tahoma"/>
            </a:endParaRPr>
          </a:p>
          <a:p>
            <a:pPr marL="600075" marR="1737995" indent="-227965">
              <a:lnSpc>
                <a:spcPct val="100000"/>
              </a:lnSpc>
              <a:spcBef>
                <a:spcPts val="1360"/>
              </a:spcBef>
            </a:pPr>
            <a:r>
              <a:rPr sz="1000" b="1" spc="55" dirty="0">
                <a:solidFill>
                  <a:srgbClr val="00AC8C"/>
                </a:solidFill>
                <a:latin typeface="Arial"/>
                <a:cs typeface="Arial"/>
              </a:rPr>
              <a:t>for</a:t>
            </a:r>
            <a:r>
              <a:rPr sz="1000" spc="55" dirty="0">
                <a:solidFill>
                  <a:srgbClr val="B25900"/>
                </a:solidFill>
                <a:latin typeface="MingLiU_HKSCS-ExtB"/>
                <a:cs typeface="MingLiU_HKSCS-ExtB"/>
              </a:rPr>
              <a:t>(</a:t>
            </a:r>
            <a:r>
              <a:rPr sz="1000" b="1" spc="55" dirty="0">
                <a:solidFill>
                  <a:srgbClr val="00AC8C"/>
                </a:solidFill>
                <a:latin typeface="Arial"/>
                <a:cs typeface="Arial"/>
              </a:rPr>
              <a:t>int</a:t>
            </a:r>
            <a:r>
              <a:rPr sz="1000" b="1" spc="204" dirty="0">
                <a:solidFill>
                  <a:srgbClr val="00AC8C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595959"/>
                </a:solidFill>
                <a:latin typeface="MingLiU_HKSCS-ExtB"/>
                <a:cs typeface="MingLiU_HKSCS-ExtB"/>
              </a:rPr>
              <a:t>i</a:t>
            </a:r>
            <a:r>
              <a:rPr sz="1000" spc="-10" dirty="0">
                <a:solidFill>
                  <a:srgbClr val="595959"/>
                </a:solidFill>
                <a:latin typeface="MingLiU_HKSCS-ExtB"/>
                <a:cs typeface="MingLiU_HKSCS-ExtB"/>
              </a:rPr>
              <a:t> </a:t>
            </a:r>
            <a:r>
              <a:rPr sz="1000" dirty="0">
                <a:solidFill>
                  <a:srgbClr val="595959"/>
                </a:solidFill>
                <a:latin typeface="MingLiU_HKSCS-ExtB"/>
                <a:cs typeface="MingLiU_HKSCS-ExtB"/>
              </a:rPr>
              <a:t>=</a:t>
            </a:r>
            <a:r>
              <a:rPr sz="1000" spc="-10" dirty="0">
                <a:solidFill>
                  <a:srgbClr val="595959"/>
                </a:solidFill>
                <a:latin typeface="MingLiU_HKSCS-ExtB"/>
                <a:cs typeface="MingLiU_HKSCS-ExtB"/>
              </a:rPr>
              <a:t> </a:t>
            </a:r>
            <a:r>
              <a:rPr sz="1000" dirty="0">
                <a:solidFill>
                  <a:srgbClr val="595959"/>
                </a:solidFill>
                <a:latin typeface="MingLiU_HKSCS-ExtB"/>
                <a:cs typeface="MingLiU_HKSCS-ExtB"/>
              </a:rPr>
              <a:t>0;</a:t>
            </a:r>
            <a:r>
              <a:rPr sz="1000" spc="-10" dirty="0">
                <a:solidFill>
                  <a:srgbClr val="595959"/>
                </a:solidFill>
                <a:latin typeface="MingLiU_HKSCS-ExtB"/>
                <a:cs typeface="MingLiU_HKSCS-ExtB"/>
              </a:rPr>
              <a:t> </a:t>
            </a:r>
            <a:r>
              <a:rPr sz="1000" dirty="0">
                <a:solidFill>
                  <a:srgbClr val="595959"/>
                </a:solidFill>
                <a:latin typeface="MingLiU_HKSCS-ExtB"/>
                <a:cs typeface="MingLiU_HKSCS-ExtB"/>
              </a:rPr>
              <a:t>i</a:t>
            </a:r>
            <a:r>
              <a:rPr sz="1000" spc="-10" dirty="0">
                <a:solidFill>
                  <a:srgbClr val="595959"/>
                </a:solidFill>
                <a:latin typeface="MingLiU_HKSCS-ExtB"/>
                <a:cs typeface="MingLiU_HKSCS-ExtB"/>
              </a:rPr>
              <a:t> </a:t>
            </a:r>
            <a:r>
              <a:rPr sz="1000" dirty="0">
                <a:solidFill>
                  <a:srgbClr val="595959"/>
                </a:solidFill>
                <a:latin typeface="MingLiU_HKSCS-ExtB"/>
                <a:cs typeface="MingLiU_HKSCS-ExtB"/>
              </a:rPr>
              <a:t>&lt;</a:t>
            </a:r>
            <a:r>
              <a:rPr sz="1000" spc="-10" dirty="0">
                <a:solidFill>
                  <a:srgbClr val="595959"/>
                </a:solidFill>
                <a:latin typeface="MingLiU_HKSCS-ExtB"/>
                <a:cs typeface="MingLiU_HKSCS-ExtB"/>
              </a:rPr>
              <a:t> </a:t>
            </a:r>
            <a:r>
              <a:rPr sz="1000" dirty="0">
                <a:solidFill>
                  <a:srgbClr val="595959"/>
                </a:solidFill>
                <a:latin typeface="MingLiU_HKSCS-ExtB"/>
                <a:cs typeface="MingLiU_HKSCS-ExtB"/>
              </a:rPr>
              <a:t>5;</a:t>
            </a:r>
            <a:r>
              <a:rPr sz="1000" spc="-10" dirty="0">
                <a:solidFill>
                  <a:srgbClr val="595959"/>
                </a:solidFill>
                <a:latin typeface="MingLiU_HKSCS-ExtB"/>
                <a:cs typeface="MingLiU_HKSCS-ExtB"/>
              </a:rPr>
              <a:t> </a:t>
            </a:r>
            <a:r>
              <a:rPr sz="1000" dirty="0">
                <a:solidFill>
                  <a:srgbClr val="595959"/>
                </a:solidFill>
                <a:latin typeface="MingLiU_HKSCS-ExtB"/>
                <a:cs typeface="MingLiU_HKSCS-ExtB"/>
              </a:rPr>
              <a:t>i++</a:t>
            </a:r>
            <a:r>
              <a:rPr sz="1000" dirty="0">
                <a:solidFill>
                  <a:srgbClr val="B25900"/>
                </a:solidFill>
                <a:latin typeface="MingLiU_HKSCS-ExtB"/>
                <a:cs typeface="MingLiU_HKSCS-ExtB"/>
              </a:rPr>
              <a:t>)</a:t>
            </a:r>
            <a:r>
              <a:rPr sz="1000" spc="-15" dirty="0">
                <a:solidFill>
                  <a:srgbClr val="B25900"/>
                </a:solidFill>
                <a:latin typeface="MingLiU_HKSCS-ExtB"/>
                <a:cs typeface="MingLiU_HKSCS-ExtB"/>
              </a:rPr>
              <a:t> </a:t>
            </a:r>
            <a:r>
              <a:rPr sz="1000" b="1" spc="55" dirty="0">
                <a:solidFill>
                  <a:srgbClr val="B25900"/>
                </a:solidFill>
                <a:latin typeface="Arial"/>
                <a:cs typeface="Arial"/>
              </a:rPr>
              <a:t>{ </a:t>
            </a:r>
            <a:r>
              <a:rPr sz="1000" spc="-10" dirty="0">
                <a:solidFill>
                  <a:srgbClr val="595959"/>
                </a:solidFill>
                <a:latin typeface="MingLiU_HKSCS-ExtB"/>
                <a:cs typeface="MingLiU_HKSCS-ExtB"/>
              </a:rPr>
              <a:t>System.out.println</a:t>
            </a:r>
            <a:r>
              <a:rPr sz="1000" spc="-10" dirty="0">
                <a:solidFill>
                  <a:srgbClr val="B25900"/>
                </a:solidFill>
                <a:latin typeface="MingLiU_HKSCS-ExtB"/>
                <a:cs typeface="MingLiU_HKSCS-ExtB"/>
              </a:rPr>
              <a:t>("Digite</a:t>
            </a:r>
            <a:r>
              <a:rPr sz="1000" spc="50" dirty="0">
                <a:solidFill>
                  <a:srgbClr val="B25900"/>
                </a:solidFill>
                <a:latin typeface="MingLiU_HKSCS-ExtB"/>
                <a:cs typeface="MingLiU_HKSCS-ExtB"/>
              </a:rPr>
              <a:t> </a:t>
            </a:r>
            <a:r>
              <a:rPr sz="1000" dirty="0">
                <a:solidFill>
                  <a:srgbClr val="B25900"/>
                </a:solidFill>
                <a:latin typeface="MingLiU_HKSCS-ExtB"/>
                <a:cs typeface="MingLiU_HKSCS-ExtB"/>
              </a:rPr>
              <a:t>uma</a:t>
            </a:r>
            <a:r>
              <a:rPr sz="1000" spc="55" dirty="0">
                <a:solidFill>
                  <a:srgbClr val="B25900"/>
                </a:solidFill>
                <a:latin typeface="MingLiU_HKSCS-ExtB"/>
                <a:cs typeface="MingLiU_HKSCS-ExtB"/>
              </a:rPr>
              <a:t> </a:t>
            </a:r>
            <a:r>
              <a:rPr sz="1000" spc="-10" dirty="0">
                <a:solidFill>
                  <a:srgbClr val="B25900"/>
                </a:solidFill>
                <a:latin typeface="MingLiU_HKSCS-ExtB"/>
                <a:cs typeface="MingLiU_HKSCS-ExtB"/>
              </a:rPr>
              <a:t>nota:")</a:t>
            </a:r>
            <a:r>
              <a:rPr sz="1000" spc="-10" dirty="0">
                <a:solidFill>
                  <a:srgbClr val="595959"/>
                </a:solidFill>
                <a:latin typeface="MingLiU_HKSCS-ExtB"/>
                <a:cs typeface="MingLiU_HKSCS-ExtB"/>
              </a:rPr>
              <a:t>; </a:t>
            </a:r>
            <a:r>
              <a:rPr sz="1000" dirty="0">
                <a:solidFill>
                  <a:srgbClr val="595959"/>
                </a:solidFill>
                <a:latin typeface="MingLiU_HKSCS-ExtB"/>
                <a:cs typeface="MingLiU_HKSCS-ExtB"/>
              </a:rPr>
              <a:t>nota</a:t>
            </a:r>
            <a:r>
              <a:rPr sz="1000" dirty="0">
                <a:solidFill>
                  <a:srgbClr val="B25900"/>
                </a:solidFill>
                <a:latin typeface="MingLiU_HKSCS-ExtB"/>
                <a:cs typeface="MingLiU_HKSCS-ExtB"/>
              </a:rPr>
              <a:t>[</a:t>
            </a:r>
            <a:r>
              <a:rPr sz="1000" dirty="0">
                <a:solidFill>
                  <a:srgbClr val="595959"/>
                </a:solidFill>
                <a:latin typeface="MingLiU_HKSCS-ExtB"/>
                <a:cs typeface="MingLiU_HKSCS-ExtB"/>
              </a:rPr>
              <a:t>i</a:t>
            </a:r>
            <a:r>
              <a:rPr sz="1000" dirty="0">
                <a:solidFill>
                  <a:srgbClr val="B25900"/>
                </a:solidFill>
                <a:latin typeface="MingLiU_HKSCS-ExtB"/>
                <a:cs typeface="MingLiU_HKSCS-ExtB"/>
              </a:rPr>
              <a:t>]</a:t>
            </a:r>
            <a:r>
              <a:rPr sz="1000" spc="-25" dirty="0">
                <a:solidFill>
                  <a:srgbClr val="B25900"/>
                </a:solidFill>
                <a:latin typeface="MingLiU_HKSCS-ExtB"/>
                <a:cs typeface="MingLiU_HKSCS-ExtB"/>
              </a:rPr>
              <a:t> </a:t>
            </a:r>
            <a:r>
              <a:rPr sz="1000" dirty="0">
                <a:solidFill>
                  <a:srgbClr val="595959"/>
                </a:solidFill>
                <a:latin typeface="MingLiU_HKSCS-ExtB"/>
                <a:cs typeface="MingLiU_HKSCS-ExtB"/>
              </a:rPr>
              <a:t>=</a:t>
            </a:r>
            <a:r>
              <a:rPr sz="1000" spc="-25" dirty="0">
                <a:solidFill>
                  <a:srgbClr val="595959"/>
                </a:solidFill>
                <a:latin typeface="MingLiU_HKSCS-ExtB"/>
                <a:cs typeface="MingLiU_HKSCS-ExtB"/>
              </a:rPr>
              <a:t> </a:t>
            </a:r>
            <a:r>
              <a:rPr sz="1000" spc="-10" dirty="0">
                <a:solidFill>
                  <a:srgbClr val="595959"/>
                </a:solidFill>
                <a:latin typeface="MingLiU_HKSCS-ExtB"/>
                <a:cs typeface="MingLiU_HKSCS-ExtB"/>
              </a:rPr>
              <a:t>entrada.nextDouble</a:t>
            </a:r>
            <a:r>
              <a:rPr sz="1000" spc="-10" dirty="0">
                <a:solidFill>
                  <a:srgbClr val="B25900"/>
                </a:solidFill>
                <a:latin typeface="MingLiU_HKSCS-ExtB"/>
                <a:cs typeface="MingLiU_HKSCS-ExtB"/>
              </a:rPr>
              <a:t>()</a:t>
            </a:r>
            <a:r>
              <a:rPr sz="1000" spc="-10" dirty="0">
                <a:solidFill>
                  <a:srgbClr val="595959"/>
                </a:solidFill>
                <a:latin typeface="MingLiU_HKSCS-ExtB"/>
                <a:cs typeface="MingLiU_HKSCS-ExtB"/>
              </a:rPr>
              <a:t>;</a:t>
            </a:r>
            <a:endParaRPr sz="1000">
              <a:latin typeface="MingLiU_HKSCS-ExtB"/>
              <a:cs typeface="MingLiU_HKSCS-ExtB"/>
            </a:endParaRPr>
          </a:p>
          <a:p>
            <a:pPr marL="372110">
              <a:lnSpc>
                <a:spcPts val="1185"/>
              </a:lnSpc>
            </a:pPr>
            <a:r>
              <a:rPr sz="1000" b="1" spc="55" dirty="0">
                <a:solidFill>
                  <a:srgbClr val="B25900"/>
                </a:solidFill>
                <a:latin typeface="Arial"/>
                <a:cs typeface="Arial"/>
              </a:rPr>
              <a:t>}</a:t>
            </a:r>
            <a:endParaRPr sz="10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3202038"/>
            <a:ext cx="5760085" cy="38100"/>
          </a:xfrm>
          <a:custGeom>
            <a:avLst/>
            <a:gdLst/>
            <a:ahLst/>
            <a:cxnLst/>
            <a:rect l="l" t="t" r="r" b="b"/>
            <a:pathLst>
              <a:path w="5760085" h="38100">
                <a:moveTo>
                  <a:pt x="5759996" y="0"/>
                </a:moveTo>
                <a:lnTo>
                  <a:pt x="0" y="0"/>
                </a:lnTo>
                <a:lnTo>
                  <a:pt x="0" y="37960"/>
                </a:lnTo>
                <a:lnTo>
                  <a:pt x="5759996" y="37960"/>
                </a:lnTo>
                <a:lnTo>
                  <a:pt x="5759996" y="0"/>
                </a:lnTo>
                <a:close/>
              </a:path>
            </a:pathLst>
          </a:custGeom>
          <a:solidFill>
            <a:srgbClr val="00AC8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fld id="{81D60167-4931-47E6-BA6A-407CBD079E47}" type="slidenum">
              <a:rPr spc="-25" dirty="0"/>
              <a:t>12</a:t>
            </a:fld>
            <a:endParaRPr spc="-25" dirty="0"/>
          </a:p>
        </p:txBody>
      </p:sp>
    </p:spTree>
  </p:cSld>
  <p:clrMapOvr>
    <a:masterClrMapping/>
  </p:clrMapOvr>
  <p:transition>
    <p:cut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Vetores</a:t>
            </a:r>
            <a:r>
              <a:rPr spc="145" dirty="0"/>
              <a:t> </a:t>
            </a:r>
            <a:r>
              <a:rPr spc="75" dirty="0"/>
              <a:t>e</a:t>
            </a:r>
            <a:r>
              <a:rPr spc="150" dirty="0"/>
              <a:t> </a:t>
            </a:r>
            <a:r>
              <a:rPr dirty="0"/>
              <a:t>loops:</a:t>
            </a:r>
            <a:r>
              <a:rPr spc="229" dirty="0"/>
              <a:t> </a:t>
            </a:r>
            <a:r>
              <a:rPr spc="-10" dirty="0"/>
              <a:t>Simulação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49668" y="577208"/>
            <a:ext cx="1164590" cy="21767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25730">
              <a:lnSpc>
                <a:spcPct val="141100"/>
              </a:lnSpc>
              <a:spcBef>
                <a:spcPts val="100"/>
              </a:spcBef>
              <a:buChar char="&gt;"/>
              <a:tabLst>
                <a:tab pos="138430" algn="l"/>
              </a:tabLst>
            </a:pPr>
            <a:r>
              <a:rPr sz="1000" dirty="0">
                <a:solidFill>
                  <a:srgbClr val="595959"/>
                </a:solidFill>
                <a:latin typeface="MingLiU_HKSCS-ExtB"/>
                <a:cs typeface="MingLiU_HKSCS-ExtB"/>
              </a:rPr>
              <a:t>Digite</a:t>
            </a:r>
            <a:r>
              <a:rPr sz="1000" spc="-30" dirty="0">
                <a:solidFill>
                  <a:srgbClr val="595959"/>
                </a:solidFill>
                <a:latin typeface="MingLiU_HKSCS-ExtB"/>
                <a:cs typeface="MingLiU_HKSCS-ExtB"/>
              </a:rPr>
              <a:t> </a:t>
            </a:r>
            <a:r>
              <a:rPr sz="1000" dirty="0">
                <a:solidFill>
                  <a:srgbClr val="595959"/>
                </a:solidFill>
                <a:latin typeface="MingLiU_HKSCS-ExtB"/>
                <a:cs typeface="MingLiU_HKSCS-ExtB"/>
              </a:rPr>
              <a:t>uma</a:t>
            </a:r>
            <a:r>
              <a:rPr sz="1000" spc="-25" dirty="0">
                <a:solidFill>
                  <a:srgbClr val="595959"/>
                </a:solidFill>
                <a:latin typeface="MingLiU_HKSCS-ExtB"/>
                <a:cs typeface="MingLiU_HKSCS-ExtB"/>
              </a:rPr>
              <a:t> </a:t>
            </a:r>
            <a:r>
              <a:rPr sz="1000" spc="-20" dirty="0">
                <a:solidFill>
                  <a:srgbClr val="595959"/>
                </a:solidFill>
                <a:latin typeface="MingLiU_HKSCS-ExtB"/>
                <a:cs typeface="MingLiU_HKSCS-ExtB"/>
              </a:rPr>
              <a:t>nota: </a:t>
            </a:r>
            <a:r>
              <a:rPr sz="1000" spc="-25" dirty="0">
                <a:solidFill>
                  <a:srgbClr val="595959"/>
                </a:solidFill>
                <a:latin typeface="MingLiU_HKSCS-ExtB"/>
                <a:cs typeface="MingLiU_HKSCS-ExtB"/>
              </a:rPr>
              <a:t>5.5</a:t>
            </a:r>
            <a:endParaRPr sz="1000">
              <a:latin typeface="MingLiU_HKSCS-ExtB"/>
              <a:cs typeface="MingLiU_HKSCS-ExtB"/>
            </a:endParaRPr>
          </a:p>
          <a:p>
            <a:pPr marL="12700" marR="5080" indent="125730">
              <a:lnSpc>
                <a:spcPct val="141100"/>
              </a:lnSpc>
              <a:buChar char="&gt;"/>
              <a:tabLst>
                <a:tab pos="138430" algn="l"/>
              </a:tabLst>
            </a:pPr>
            <a:r>
              <a:rPr sz="1000" dirty="0">
                <a:solidFill>
                  <a:srgbClr val="595959"/>
                </a:solidFill>
                <a:latin typeface="MingLiU_HKSCS-ExtB"/>
                <a:cs typeface="MingLiU_HKSCS-ExtB"/>
              </a:rPr>
              <a:t>Digite</a:t>
            </a:r>
            <a:r>
              <a:rPr sz="1000" spc="-30" dirty="0">
                <a:solidFill>
                  <a:srgbClr val="595959"/>
                </a:solidFill>
                <a:latin typeface="MingLiU_HKSCS-ExtB"/>
                <a:cs typeface="MingLiU_HKSCS-ExtB"/>
              </a:rPr>
              <a:t> </a:t>
            </a:r>
            <a:r>
              <a:rPr sz="1000" dirty="0">
                <a:solidFill>
                  <a:srgbClr val="595959"/>
                </a:solidFill>
                <a:latin typeface="MingLiU_HKSCS-ExtB"/>
                <a:cs typeface="MingLiU_HKSCS-ExtB"/>
              </a:rPr>
              <a:t>uma</a:t>
            </a:r>
            <a:r>
              <a:rPr sz="1000" spc="-25" dirty="0">
                <a:solidFill>
                  <a:srgbClr val="595959"/>
                </a:solidFill>
                <a:latin typeface="MingLiU_HKSCS-ExtB"/>
                <a:cs typeface="MingLiU_HKSCS-ExtB"/>
              </a:rPr>
              <a:t> </a:t>
            </a:r>
            <a:r>
              <a:rPr sz="1000" spc="-20" dirty="0">
                <a:solidFill>
                  <a:srgbClr val="595959"/>
                </a:solidFill>
                <a:latin typeface="MingLiU_HKSCS-ExtB"/>
                <a:cs typeface="MingLiU_HKSCS-ExtB"/>
              </a:rPr>
              <a:t>nota: </a:t>
            </a:r>
            <a:r>
              <a:rPr sz="1000" spc="-25" dirty="0">
                <a:solidFill>
                  <a:srgbClr val="595959"/>
                </a:solidFill>
                <a:latin typeface="MingLiU_HKSCS-ExtB"/>
                <a:cs typeface="MingLiU_HKSCS-ExtB"/>
              </a:rPr>
              <a:t>6.5</a:t>
            </a:r>
            <a:endParaRPr sz="1000">
              <a:latin typeface="MingLiU_HKSCS-ExtB"/>
              <a:cs typeface="MingLiU_HKSCS-ExtB"/>
            </a:endParaRPr>
          </a:p>
          <a:p>
            <a:pPr marL="12700" marR="5080" indent="125730">
              <a:lnSpc>
                <a:spcPct val="141100"/>
              </a:lnSpc>
              <a:buChar char="&gt;"/>
              <a:tabLst>
                <a:tab pos="138430" algn="l"/>
              </a:tabLst>
            </a:pPr>
            <a:r>
              <a:rPr sz="1000" dirty="0">
                <a:solidFill>
                  <a:srgbClr val="595959"/>
                </a:solidFill>
                <a:latin typeface="MingLiU_HKSCS-ExtB"/>
                <a:cs typeface="MingLiU_HKSCS-ExtB"/>
              </a:rPr>
              <a:t>Digite</a:t>
            </a:r>
            <a:r>
              <a:rPr sz="1000" spc="-30" dirty="0">
                <a:solidFill>
                  <a:srgbClr val="595959"/>
                </a:solidFill>
                <a:latin typeface="MingLiU_HKSCS-ExtB"/>
                <a:cs typeface="MingLiU_HKSCS-ExtB"/>
              </a:rPr>
              <a:t> </a:t>
            </a:r>
            <a:r>
              <a:rPr sz="1000" dirty="0">
                <a:solidFill>
                  <a:srgbClr val="595959"/>
                </a:solidFill>
                <a:latin typeface="MingLiU_HKSCS-ExtB"/>
                <a:cs typeface="MingLiU_HKSCS-ExtB"/>
              </a:rPr>
              <a:t>uma</a:t>
            </a:r>
            <a:r>
              <a:rPr sz="1000" spc="-25" dirty="0">
                <a:solidFill>
                  <a:srgbClr val="595959"/>
                </a:solidFill>
                <a:latin typeface="MingLiU_HKSCS-ExtB"/>
                <a:cs typeface="MingLiU_HKSCS-ExtB"/>
              </a:rPr>
              <a:t> </a:t>
            </a:r>
            <a:r>
              <a:rPr sz="1000" spc="-20" dirty="0">
                <a:solidFill>
                  <a:srgbClr val="595959"/>
                </a:solidFill>
                <a:latin typeface="MingLiU_HKSCS-ExtB"/>
                <a:cs typeface="MingLiU_HKSCS-ExtB"/>
              </a:rPr>
              <a:t>nota: </a:t>
            </a:r>
            <a:r>
              <a:rPr sz="1000" spc="-25" dirty="0">
                <a:solidFill>
                  <a:srgbClr val="595959"/>
                </a:solidFill>
                <a:latin typeface="MingLiU_HKSCS-ExtB"/>
                <a:cs typeface="MingLiU_HKSCS-ExtB"/>
              </a:rPr>
              <a:t>7.5</a:t>
            </a:r>
            <a:endParaRPr sz="1000">
              <a:latin typeface="MingLiU_HKSCS-ExtB"/>
              <a:cs typeface="MingLiU_HKSCS-ExtB"/>
            </a:endParaRPr>
          </a:p>
          <a:p>
            <a:pPr marL="12700" marR="5080" indent="125730">
              <a:lnSpc>
                <a:spcPct val="141100"/>
              </a:lnSpc>
              <a:buChar char="&gt;"/>
              <a:tabLst>
                <a:tab pos="138430" algn="l"/>
              </a:tabLst>
            </a:pPr>
            <a:r>
              <a:rPr sz="1000" dirty="0">
                <a:solidFill>
                  <a:srgbClr val="595959"/>
                </a:solidFill>
                <a:latin typeface="MingLiU_HKSCS-ExtB"/>
                <a:cs typeface="MingLiU_HKSCS-ExtB"/>
              </a:rPr>
              <a:t>Digite</a:t>
            </a:r>
            <a:r>
              <a:rPr sz="1000" spc="-30" dirty="0">
                <a:solidFill>
                  <a:srgbClr val="595959"/>
                </a:solidFill>
                <a:latin typeface="MingLiU_HKSCS-ExtB"/>
                <a:cs typeface="MingLiU_HKSCS-ExtB"/>
              </a:rPr>
              <a:t> </a:t>
            </a:r>
            <a:r>
              <a:rPr sz="1000" dirty="0">
                <a:solidFill>
                  <a:srgbClr val="595959"/>
                </a:solidFill>
                <a:latin typeface="MingLiU_HKSCS-ExtB"/>
                <a:cs typeface="MingLiU_HKSCS-ExtB"/>
              </a:rPr>
              <a:t>uma</a:t>
            </a:r>
            <a:r>
              <a:rPr sz="1000" spc="-25" dirty="0">
                <a:solidFill>
                  <a:srgbClr val="595959"/>
                </a:solidFill>
                <a:latin typeface="MingLiU_HKSCS-ExtB"/>
                <a:cs typeface="MingLiU_HKSCS-ExtB"/>
              </a:rPr>
              <a:t> </a:t>
            </a:r>
            <a:r>
              <a:rPr sz="1000" spc="-20" dirty="0">
                <a:solidFill>
                  <a:srgbClr val="595959"/>
                </a:solidFill>
                <a:latin typeface="MingLiU_HKSCS-ExtB"/>
                <a:cs typeface="MingLiU_HKSCS-ExtB"/>
              </a:rPr>
              <a:t>nota: </a:t>
            </a:r>
            <a:r>
              <a:rPr sz="1000" spc="-25" dirty="0">
                <a:solidFill>
                  <a:srgbClr val="595959"/>
                </a:solidFill>
                <a:latin typeface="MingLiU_HKSCS-ExtB"/>
                <a:cs typeface="MingLiU_HKSCS-ExtB"/>
              </a:rPr>
              <a:t>8.5</a:t>
            </a:r>
            <a:endParaRPr sz="1000">
              <a:latin typeface="MingLiU_HKSCS-ExtB"/>
              <a:cs typeface="MingLiU_HKSCS-ExtB"/>
            </a:endParaRPr>
          </a:p>
          <a:p>
            <a:pPr marL="12700" marR="5080" indent="125730">
              <a:lnSpc>
                <a:spcPct val="141100"/>
              </a:lnSpc>
              <a:buChar char="&gt;"/>
              <a:tabLst>
                <a:tab pos="138430" algn="l"/>
              </a:tabLst>
            </a:pPr>
            <a:r>
              <a:rPr sz="1000" dirty="0">
                <a:solidFill>
                  <a:srgbClr val="595959"/>
                </a:solidFill>
                <a:latin typeface="MingLiU_HKSCS-ExtB"/>
                <a:cs typeface="MingLiU_HKSCS-ExtB"/>
              </a:rPr>
              <a:t>Digite</a:t>
            </a:r>
            <a:r>
              <a:rPr sz="1000" spc="-30" dirty="0">
                <a:solidFill>
                  <a:srgbClr val="595959"/>
                </a:solidFill>
                <a:latin typeface="MingLiU_HKSCS-ExtB"/>
                <a:cs typeface="MingLiU_HKSCS-ExtB"/>
              </a:rPr>
              <a:t> </a:t>
            </a:r>
            <a:r>
              <a:rPr sz="1000" dirty="0">
                <a:solidFill>
                  <a:srgbClr val="595959"/>
                </a:solidFill>
                <a:latin typeface="MingLiU_HKSCS-ExtB"/>
                <a:cs typeface="MingLiU_HKSCS-ExtB"/>
              </a:rPr>
              <a:t>uma</a:t>
            </a:r>
            <a:r>
              <a:rPr sz="1000" spc="-25" dirty="0">
                <a:solidFill>
                  <a:srgbClr val="595959"/>
                </a:solidFill>
                <a:latin typeface="MingLiU_HKSCS-ExtB"/>
                <a:cs typeface="MingLiU_HKSCS-ExtB"/>
              </a:rPr>
              <a:t> </a:t>
            </a:r>
            <a:r>
              <a:rPr sz="1000" spc="-20" dirty="0">
                <a:solidFill>
                  <a:srgbClr val="595959"/>
                </a:solidFill>
                <a:latin typeface="MingLiU_HKSCS-ExtB"/>
                <a:cs typeface="MingLiU_HKSCS-ExtB"/>
              </a:rPr>
              <a:t>nota: </a:t>
            </a:r>
            <a:r>
              <a:rPr sz="1000" spc="-25" dirty="0">
                <a:solidFill>
                  <a:srgbClr val="595959"/>
                </a:solidFill>
                <a:latin typeface="MingLiU_HKSCS-ExtB"/>
                <a:cs typeface="MingLiU_HKSCS-ExtB"/>
              </a:rPr>
              <a:t>9.5</a:t>
            </a:r>
            <a:endParaRPr sz="1000">
              <a:latin typeface="MingLiU_HKSCS-ExtB"/>
              <a:cs typeface="MingLiU_HKSCS-ExtB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905224" y="838502"/>
            <a:ext cx="47307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b="1" spc="-75" dirty="0">
                <a:latin typeface="Tahoma"/>
                <a:cs typeface="Tahoma"/>
              </a:rPr>
              <a:t>notas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238169" y="1255140"/>
            <a:ext cx="1807210" cy="13970"/>
          </a:xfrm>
          <a:custGeom>
            <a:avLst/>
            <a:gdLst/>
            <a:ahLst/>
            <a:cxnLst/>
            <a:rect l="l" t="t" r="r" b="b"/>
            <a:pathLst>
              <a:path w="1807210" h="13969">
                <a:moveTo>
                  <a:pt x="1806790" y="0"/>
                </a:moveTo>
                <a:lnTo>
                  <a:pt x="0" y="0"/>
                </a:lnTo>
                <a:lnTo>
                  <a:pt x="0" y="13893"/>
                </a:lnTo>
                <a:lnTo>
                  <a:pt x="1806790" y="13893"/>
                </a:lnTo>
                <a:lnTo>
                  <a:pt x="180679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" name="object 6"/>
          <p:cNvGrpSpPr/>
          <p:nvPr/>
        </p:nvGrpSpPr>
        <p:grpSpPr>
          <a:xfrm>
            <a:off x="3235629" y="1317828"/>
            <a:ext cx="1450975" cy="220345"/>
            <a:chOff x="3235629" y="1317828"/>
            <a:chExt cx="1450975" cy="220345"/>
          </a:xfrm>
        </p:grpSpPr>
        <p:sp>
          <p:nvSpPr>
            <p:cNvPr id="7" name="object 7"/>
            <p:cNvSpPr/>
            <p:nvPr/>
          </p:nvSpPr>
          <p:spPr>
            <a:xfrm>
              <a:off x="3238169" y="1320368"/>
              <a:ext cx="0" cy="215265"/>
            </a:xfrm>
            <a:custGeom>
              <a:avLst/>
              <a:gdLst/>
              <a:ahLst/>
              <a:cxnLst/>
              <a:rect l="l" t="t" r="r" b="b"/>
              <a:pathLst>
                <a:path h="215265">
                  <a:moveTo>
                    <a:pt x="0" y="215087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599522" y="1320368"/>
              <a:ext cx="0" cy="215265"/>
            </a:xfrm>
            <a:custGeom>
              <a:avLst/>
              <a:gdLst/>
              <a:ahLst/>
              <a:cxnLst/>
              <a:rect l="l" t="t" r="r" b="b"/>
              <a:pathLst>
                <a:path h="215265">
                  <a:moveTo>
                    <a:pt x="0" y="215087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960888" y="1320368"/>
              <a:ext cx="0" cy="215265"/>
            </a:xfrm>
            <a:custGeom>
              <a:avLst/>
              <a:gdLst/>
              <a:ahLst/>
              <a:cxnLst/>
              <a:rect l="l" t="t" r="r" b="b"/>
              <a:pathLst>
                <a:path h="215265">
                  <a:moveTo>
                    <a:pt x="0" y="215087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322241" y="1320368"/>
              <a:ext cx="0" cy="215265"/>
            </a:xfrm>
            <a:custGeom>
              <a:avLst/>
              <a:gdLst/>
              <a:ahLst/>
              <a:cxnLst/>
              <a:rect l="l" t="t" r="r" b="b"/>
              <a:pathLst>
                <a:path h="215265">
                  <a:moveTo>
                    <a:pt x="0" y="215087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683594" y="1320368"/>
              <a:ext cx="0" cy="215265"/>
            </a:xfrm>
            <a:custGeom>
              <a:avLst/>
              <a:gdLst/>
              <a:ahLst/>
              <a:cxnLst/>
              <a:rect l="l" t="t" r="r" b="b"/>
              <a:pathLst>
                <a:path h="215265">
                  <a:moveTo>
                    <a:pt x="0" y="215087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3301390" y="1276029"/>
            <a:ext cx="168084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373380" algn="l"/>
                <a:tab pos="735330" algn="l"/>
                <a:tab pos="1096645" algn="l"/>
                <a:tab pos="1457960" algn="l"/>
              </a:tabLst>
            </a:pPr>
            <a:r>
              <a:rPr sz="1400" spc="-25" dirty="0">
                <a:latin typeface="Arial MT"/>
                <a:cs typeface="Arial MT"/>
              </a:rPr>
              <a:t>5.5</a:t>
            </a:r>
            <a:r>
              <a:rPr sz="1400" dirty="0">
                <a:latin typeface="Arial MT"/>
                <a:cs typeface="Arial MT"/>
              </a:rPr>
              <a:t>	</a:t>
            </a:r>
            <a:r>
              <a:rPr sz="1400" spc="-25" dirty="0">
                <a:latin typeface="Arial MT"/>
                <a:cs typeface="Arial MT"/>
              </a:rPr>
              <a:t>6.5</a:t>
            </a:r>
            <a:r>
              <a:rPr sz="1400" dirty="0">
                <a:latin typeface="Arial MT"/>
                <a:cs typeface="Arial MT"/>
              </a:rPr>
              <a:t>	</a:t>
            </a:r>
            <a:r>
              <a:rPr sz="1400" spc="-25" dirty="0">
                <a:latin typeface="Arial MT"/>
                <a:cs typeface="Arial MT"/>
              </a:rPr>
              <a:t>7.5</a:t>
            </a:r>
            <a:r>
              <a:rPr sz="1400" dirty="0">
                <a:latin typeface="Arial MT"/>
                <a:cs typeface="Arial MT"/>
              </a:rPr>
              <a:t>	</a:t>
            </a:r>
            <a:r>
              <a:rPr sz="1400" spc="-25" dirty="0">
                <a:latin typeface="Arial MT"/>
                <a:cs typeface="Arial MT"/>
              </a:rPr>
              <a:t>8.5</a:t>
            </a:r>
            <a:r>
              <a:rPr sz="1400" dirty="0">
                <a:latin typeface="Arial MT"/>
                <a:cs typeface="Arial MT"/>
              </a:rPr>
              <a:t>	</a:t>
            </a:r>
            <a:r>
              <a:rPr sz="1400" spc="-85" dirty="0">
                <a:latin typeface="Arial MT"/>
                <a:cs typeface="Arial MT"/>
              </a:rPr>
              <a:t>9.5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3238169" y="1320368"/>
            <a:ext cx="1809750" cy="260985"/>
            <a:chOff x="3238169" y="1320368"/>
            <a:chExt cx="1809750" cy="260985"/>
          </a:xfrm>
        </p:grpSpPr>
        <p:sp>
          <p:nvSpPr>
            <p:cNvPr id="14" name="object 14"/>
            <p:cNvSpPr/>
            <p:nvPr/>
          </p:nvSpPr>
          <p:spPr>
            <a:xfrm>
              <a:off x="5044960" y="1320368"/>
              <a:ext cx="0" cy="215265"/>
            </a:xfrm>
            <a:custGeom>
              <a:avLst/>
              <a:gdLst/>
              <a:ahLst/>
              <a:cxnLst/>
              <a:rect l="l" t="t" r="r" b="b"/>
              <a:pathLst>
                <a:path h="215265">
                  <a:moveTo>
                    <a:pt x="0" y="215087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238169" y="1567027"/>
              <a:ext cx="1807210" cy="13970"/>
            </a:xfrm>
            <a:custGeom>
              <a:avLst/>
              <a:gdLst/>
              <a:ahLst/>
              <a:cxnLst/>
              <a:rect l="l" t="t" r="r" b="b"/>
              <a:pathLst>
                <a:path w="1807210" h="13969">
                  <a:moveTo>
                    <a:pt x="1806790" y="0"/>
                  </a:moveTo>
                  <a:lnTo>
                    <a:pt x="0" y="0"/>
                  </a:lnTo>
                  <a:lnTo>
                    <a:pt x="0" y="13893"/>
                  </a:lnTo>
                  <a:lnTo>
                    <a:pt x="1806790" y="13893"/>
                  </a:lnTo>
                  <a:lnTo>
                    <a:pt x="180679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3309734" y="1549245"/>
            <a:ext cx="166433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400685" algn="l"/>
                <a:tab pos="789305" algn="l"/>
                <a:tab pos="1177290" algn="l"/>
                <a:tab pos="1565910" algn="l"/>
              </a:tabLst>
            </a:pPr>
            <a:r>
              <a:rPr sz="1400" spc="-50" dirty="0">
                <a:latin typeface="Arial MT"/>
                <a:cs typeface="Arial MT"/>
              </a:rPr>
              <a:t>0</a:t>
            </a:r>
            <a:r>
              <a:rPr sz="1400" dirty="0">
                <a:latin typeface="Arial MT"/>
                <a:cs typeface="Arial MT"/>
              </a:rPr>
              <a:t>	</a:t>
            </a:r>
            <a:r>
              <a:rPr sz="1400" spc="-50" dirty="0">
                <a:latin typeface="Arial MT"/>
                <a:cs typeface="Arial MT"/>
              </a:rPr>
              <a:t>1</a:t>
            </a:r>
            <a:r>
              <a:rPr sz="1400" dirty="0">
                <a:latin typeface="Arial MT"/>
                <a:cs typeface="Arial MT"/>
              </a:rPr>
              <a:t>	</a:t>
            </a:r>
            <a:r>
              <a:rPr sz="1400" spc="-50" dirty="0">
                <a:latin typeface="Arial MT"/>
                <a:cs typeface="Arial MT"/>
              </a:rPr>
              <a:t>2</a:t>
            </a:r>
            <a:r>
              <a:rPr sz="1400" dirty="0">
                <a:latin typeface="Arial MT"/>
                <a:cs typeface="Arial MT"/>
              </a:rPr>
              <a:t>	</a:t>
            </a:r>
            <a:r>
              <a:rPr sz="1400" spc="-50" dirty="0">
                <a:latin typeface="Arial MT"/>
                <a:cs typeface="Arial MT"/>
              </a:rPr>
              <a:t>3</a:t>
            </a:r>
            <a:r>
              <a:rPr sz="1400" dirty="0">
                <a:latin typeface="Arial MT"/>
                <a:cs typeface="Arial MT"/>
              </a:rPr>
              <a:t>	</a:t>
            </a:r>
            <a:r>
              <a:rPr sz="1400" spc="-50" dirty="0">
                <a:latin typeface="Arial MT"/>
                <a:cs typeface="Arial MT"/>
              </a:rPr>
              <a:t>4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0" y="3202038"/>
            <a:ext cx="5760085" cy="38100"/>
          </a:xfrm>
          <a:custGeom>
            <a:avLst/>
            <a:gdLst/>
            <a:ahLst/>
            <a:cxnLst/>
            <a:rect l="l" t="t" r="r" b="b"/>
            <a:pathLst>
              <a:path w="5760085" h="38100">
                <a:moveTo>
                  <a:pt x="5759996" y="0"/>
                </a:moveTo>
                <a:lnTo>
                  <a:pt x="0" y="0"/>
                </a:lnTo>
                <a:lnTo>
                  <a:pt x="0" y="37960"/>
                </a:lnTo>
                <a:lnTo>
                  <a:pt x="5759996" y="37960"/>
                </a:lnTo>
                <a:lnTo>
                  <a:pt x="5759996" y="0"/>
                </a:lnTo>
                <a:close/>
              </a:path>
            </a:pathLst>
          </a:custGeom>
          <a:solidFill>
            <a:srgbClr val="00AC8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fld id="{81D60167-4931-47E6-BA6A-407CBD079E47}" type="slidenum">
              <a:rPr spc="-25" dirty="0"/>
              <a:t>13</a:t>
            </a:fld>
            <a:endParaRPr spc="-25" dirty="0"/>
          </a:p>
        </p:txBody>
      </p:sp>
    </p:spTree>
  </p:cSld>
  <p:clrMapOvr>
    <a:masterClrMapping/>
  </p:clrMapOvr>
  <p:transition>
    <p:cut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Vetores</a:t>
            </a:r>
            <a:r>
              <a:rPr spc="95" dirty="0"/>
              <a:t> </a:t>
            </a:r>
            <a:r>
              <a:rPr spc="75" dirty="0"/>
              <a:t>e</a:t>
            </a:r>
            <a:r>
              <a:rPr spc="95" dirty="0"/>
              <a:t> </a:t>
            </a:r>
            <a:r>
              <a:rPr spc="55" dirty="0"/>
              <a:t>loops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1292" y="406818"/>
            <a:ext cx="3874770" cy="2601595"/>
          </a:xfrm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pPr marL="166370" indent="-153670">
              <a:lnSpc>
                <a:spcPct val="100000"/>
              </a:lnSpc>
              <a:spcBef>
                <a:spcPts val="725"/>
              </a:spcBef>
              <a:buClr>
                <a:srgbClr val="00AC8C"/>
              </a:buClr>
              <a:buFont typeface="Arial MT"/>
              <a:buChar char="•"/>
              <a:tabLst>
                <a:tab pos="166370" algn="l"/>
              </a:tabLst>
            </a:pPr>
            <a:r>
              <a:rPr sz="1400" b="1" spc="-80" dirty="0">
                <a:latin typeface="Tahoma"/>
                <a:cs typeface="Tahoma"/>
              </a:rPr>
              <a:t>Para</a:t>
            </a:r>
            <a:r>
              <a:rPr sz="1400" b="1" spc="-35" dirty="0">
                <a:latin typeface="Tahoma"/>
                <a:cs typeface="Tahoma"/>
              </a:rPr>
              <a:t> </a:t>
            </a:r>
            <a:r>
              <a:rPr sz="1400" b="1" spc="-20" dirty="0">
                <a:latin typeface="Tahoma"/>
                <a:cs typeface="Tahoma"/>
              </a:rPr>
              <a:t>imprimir</a:t>
            </a:r>
            <a:r>
              <a:rPr sz="1400" b="1" spc="-30" dirty="0">
                <a:latin typeface="Tahoma"/>
                <a:cs typeface="Tahoma"/>
              </a:rPr>
              <a:t> </a:t>
            </a:r>
            <a:r>
              <a:rPr sz="1400" b="1" spc="-95" dirty="0">
                <a:latin typeface="Tahoma"/>
                <a:cs typeface="Tahoma"/>
              </a:rPr>
              <a:t>os</a:t>
            </a:r>
            <a:r>
              <a:rPr sz="1400" b="1" spc="-30" dirty="0">
                <a:latin typeface="Tahoma"/>
                <a:cs typeface="Tahoma"/>
              </a:rPr>
              <a:t> </a:t>
            </a:r>
            <a:r>
              <a:rPr sz="1400" b="1" spc="-75" dirty="0">
                <a:latin typeface="Tahoma"/>
                <a:cs typeface="Tahoma"/>
              </a:rPr>
              <a:t>dados</a:t>
            </a:r>
            <a:r>
              <a:rPr sz="1400" b="1" spc="-30" dirty="0">
                <a:latin typeface="Tahoma"/>
                <a:cs typeface="Tahoma"/>
              </a:rPr>
              <a:t> </a:t>
            </a:r>
            <a:r>
              <a:rPr sz="1400" b="1" spc="-70" dirty="0">
                <a:latin typeface="Tahoma"/>
                <a:cs typeface="Tahoma"/>
              </a:rPr>
              <a:t>de</a:t>
            </a:r>
            <a:r>
              <a:rPr sz="1400" b="1" spc="-30" dirty="0">
                <a:latin typeface="Tahoma"/>
                <a:cs typeface="Tahoma"/>
              </a:rPr>
              <a:t> </a:t>
            </a:r>
            <a:r>
              <a:rPr sz="1400" b="1" spc="-65" dirty="0">
                <a:latin typeface="Tahoma"/>
                <a:cs typeface="Tahoma"/>
              </a:rPr>
              <a:t>um</a:t>
            </a:r>
            <a:r>
              <a:rPr sz="1400" b="1" spc="-30" dirty="0">
                <a:latin typeface="Tahoma"/>
                <a:cs typeface="Tahoma"/>
              </a:rPr>
              <a:t> </a:t>
            </a:r>
            <a:r>
              <a:rPr sz="1400" b="1" spc="-10" dirty="0">
                <a:latin typeface="Tahoma"/>
                <a:cs typeface="Tahoma"/>
              </a:rPr>
              <a:t>vetor:</a:t>
            </a:r>
            <a:endParaRPr sz="1400">
              <a:latin typeface="Tahoma"/>
              <a:cs typeface="Tahoma"/>
            </a:endParaRPr>
          </a:p>
          <a:p>
            <a:pPr marL="156210">
              <a:lnSpc>
                <a:spcPct val="100000"/>
              </a:lnSpc>
              <a:spcBef>
                <a:spcPts val="500"/>
              </a:spcBef>
            </a:pPr>
            <a:r>
              <a:rPr sz="1200" dirty="0">
                <a:solidFill>
                  <a:srgbClr val="00AC8C"/>
                </a:solidFill>
                <a:latin typeface="Arial MT"/>
                <a:cs typeface="Arial MT"/>
              </a:rPr>
              <a:t>–</a:t>
            </a:r>
            <a:r>
              <a:rPr sz="1200" spc="290" dirty="0">
                <a:solidFill>
                  <a:srgbClr val="00AC8C"/>
                </a:solidFill>
                <a:latin typeface="Arial MT"/>
                <a:cs typeface="Arial MT"/>
              </a:rPr>
              <a:t> </a:t>
            </a:r>
            <a:r>
              <a:rPr sz="1200" spc="-60" dirty="0">
                <a:latin typeface="Arial MT"/>
                <a:cs typeface="Arial MT"/>
              </a:rPr>
              <a:t>também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spc="-135" dirty="0">
                <a:latin typeface="Arial MT"/>
                <a:cs typeface="Arial MT"/>
              </a:rPr>
              <a:t>é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spc="-75" dirty="0">
                <a:latin typeface="Arial MT"/>
                <a:cs typeface="Arial MT"/>
              </a:rPr>
              <a:t>necessário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utilizar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spc="-55" dirty="0">
                <a:latin typeface="Arial MT"/>
                <a:cs typeface="Arial MT"/>
              </a:rPr>
              <a:t>uma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spc="-30" dirty="0">
                <a:latin typeface="Arial MT"/>
                <a:cs typeface="Arial MT"/>
              </a:rPr>
              <a:t>estrutura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spc="-85" dirty="0">
                <a:latin typeface="Arial MT"/>
                <a:cs typeface="Arial MT"/>
              </a:rPr>
              <a:t>de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spc="-35" dirty="0">
                <a:latin typeface="Arial MT"/>
                <a:cs typeface="Arial MT"/>
              </a:rPr>
              <a:t>repetição.</a:t>
            </a:r>
            <a:endParaRPr sz="1200">
              <a:latin typeface="Arial MT"/>
              <a:cs typeface="Arial MT"/>
            </a:endParaRPr>
          </a:p>
          <a:p>
            <a:pPr marL="372110">
              <a:lnSpc>
                <a:spcPts val="1200"/>
              </a:lnSpc>
              <a:spcBef>
                <a:spcPts val="1120"/>
              </a:spcBef>
            </a:pPr>
            <a:r>
              <a:rPr sz="1000" b="1" spc="55" dirty="0">
                <a:solidFill>
                  <a:srgbClr val="00AC8C"/>
                </a:solidFill>
                <a:latin typeface="Arial"/>
                <a:cs typeface="Arial"/>
              </a:rPr>
              <a:t>for</a:t>
            </a:r>
            <a:r>
              <a:rPr sz="1000" spc="55" dirty="0">
                <a:solidFill>
                  <a:srgbClr val="B25900"/>
                </a:solidFill>
                <a:latin typeface="MingLiU_HKSCS-ExtB"/>
                <a:cs typeface="MingLiU_HKSCS-ExtB"/>
              </a:rPr>
              <a:t>(</a:t>
            </a:r>
            <a:r>
              <a:rPr sz="1000" b="1" spc="55" dirty="0">
                <a:solidFill>
                  <a:srgbClr val="00AC8C"/>
                </a:solidFill>
                <a:latin typeface="Arial"/>
                <a:cs typeface="Arial"/>
              </a:rPr>
              <a:t>int</a:t>
            </a:r>
            <a:r>
              <a:rPr sz="1000" b="1" spc="204" dirty="0">
                <a:solidFill>
                  <a:srgbClr val="00AC8C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595959"/>
                </a:solidFill>
                <a:latin typeface="MingLiU_HKSCS-ExtB"/>
                <a:cs typeface="MingLiU_HKSCS-ExtB"/>
              </a:rPr>
              <a:t>i</a:t>
            </a:r>
            <a:r>
              <a:rPr sz="1000" spc="-10" dirty="0">
                <a:solidFill>
                  <a:srgbClr val="595959"/>
                </a:solidFill>
                <a:latin typeface="MingLiU_HKSCS-ExtB"/>
                <a:cs typeface="MingLiU_HKSCS-ExtB"/>
              </a:rPr>
              <a:t> </a:t>
            </a:r>
            <a:r>
              <a:rPr sz="1000" dirty="0">
                <a:solidFill>
                  <a:srgbClr val="595959"/>
                </a:solidFill>
                <a:latin typeface="MingLiU_HKSCS-ExtB"/>
                <a:cs typeface="MingLiU_HKSCS-ExtB"/>
              </a:rPr>
              <a:t>=</a:t>
            </a:r>
            <a:r>
              <a:rPr sz="1000" spc="-10" dirty="0">
                <a:solidFill>
                  <a:srgbClr val="595959"/>
                </a:solidFill>
                <a:latin typeface="MingLiU_HKSCS-ExtB"/>
                <a:cs typeface="MingLiU_HKSCS-ExtB"/>
              </a:rPr>
              <a:t> </a:t>
            </a:r>
            <a:r>
              <a:rPr sz="1000" dirty="0">
                <a:solidFill>
                  <a:srgbClr val="595959"/>
                </a:solidFill>
                <a:latin typeface="MingLiU_HKSCS-ExtB"/>
                <a:cs typeface="MingLiU_HKSCS-ExtB"/>
              </a:rPr>
              <a:t>0;</a:t>
            </a:r>
            <a:r>
              <a:rPr sz="1000" spc="-10" dirty="0">
                <a:solidFill>
                  <a:srgbClr val="595959"/>
                </a:solidFill>
                <a:latin typeface="MingLiU_HKSCS-ExtB"/>
                <a:cs typeface="MingLiU_HKSCS-ExtB"/>
              </a:rPr>
              <a:t> </a:t>
            </a:r>
            <a:r>
              <a:rPr sz="1000" dirty="0">
                <a:solidFill>
                  <a:srgbClr val="595959"/>
                </a:solidFill>
                <a:latin typeface="MingLiU_HKSCS-ExtB"/>
                <a:cs typeface="MingLiU_HKSCS-ExtB"/>
              </a:rPr>
              <a:t>i</a:t>
            </a:r>
            <a:r>
              <a:rPr sz="1000" spc="-10" dirty="0">
                <a:solidFill>
                  <a:srgbClr val="595959"/>
                </a:solidFill>
                <a:latin typeface="MingLiU_HKSCS-ExtB"/>
                <a:cs typeface="MingLiU_HKSCS-ExtB"/>
              </a:rPr>
              <a:t> </a:t>
            </a:r>
            <a:r>
              <a:rPr sz="1000" dirty="0">
                <a:solidFill>
                  <a:srgbClr val="595959"/>
                </a:solidFill>
                <a:latin typeface="MingLiU_HKSCS-ExtB"/>
                <a:cs typeface="MingLiU_HKSCS-ExtB"/>
              </a:rPr>
              <a:t>&lt;</a:t>
            </a:r>
            <a:r>
              <a:rPr sz="1000" spc="-10" dirty="0">
                <a:solidFill>
                  <a:srgbClr val="595959"/>
                </a:solidFill>
                <a:latin typeface="MingLiU_HKSCS-ExtB"/>
                <a:cs typeface="MingLiU_HKSCS-ExtB"/>
              </a:rPr>
              <a:t> </a:t>
            </a:r>
            <a:r>
              <a:rPr sz="1000" dirty="0">
                <a:solidFill>
                  <a:srgbClr val="595959"/>
                </a:solidFill>
                <a:latin typeface="MingLiU_HKSCS-ExtB"/>
                <a:cs typeface="MingLiU_HKSCS-ExtB"/>
              </a:rPr>
              <a:t>5;</a:t>
            </a:r>
            <a:r>
              <a:rPr sz="1000" spc="-10" dirty="0">
                <a:solidFill>
                  <a:srgbClr val="595959"/>
                </a:solidFill>
                <a:latin typeface="MingLiU_HKSCS-ExtB"/>
                <a:cs typeface="MingLiU_HKSCS-ExtB"/>
              </a:rPr>
              <a:t> </a:t>
            </a:r>
            <a:r>
              <a:rPr sz="1000" dirty="0">
                <a:solidFill>
                  <a:srgbClr val="595959"/>
                </a:solidFill>
                <a:latin typeface="MingLiU_HKSCS-ExtB"/>
                <a:cs typeface="MingLiU_HKSCS-ExtB"/>
              </a:rPr>
              <a:t>i++</a:t>
            </a:r>
            <a:r>
              <a:rPr sz="1000" dirty="0">
                <a:solidFill>
                  <a:srgbClr val="B25900"/>
                </a:solidFill>
                <a:latin typeface="MingLiU_HKSCS-ExtB"/>
                <a:cs typeface="MingLiU_HKSCS-ExtB"/>
              </a:rPr>
              <a:t>)</a:t>
            </a:r>
            <a:r>
              <a:rPr sz="1000" spc="-15" dirty="0">
                <a:solidFill>
                  <a:srgbClr val="B25900"/>
                </a:solidFill>
                <a:latin typeface="MingLiU_HKSCS-ExtB"/>
                <a:cs typeface="MingLiU_HKSCS-ExtB"/>
              </a:rPr>
              <a:t> </a:t>
            </a:r>
            <a:r>
              <a:rPr sz="1000" b="1" spc="55" dirty="0">
                <a:solidFill>
                  <a:srgbClr val="B25900"/>
                </a:solidFill>
                <a:latin typeface="Arial"/>
                <a:cs typeface="Arial"/>
              </a:rPr>
              <a:t>{</a:t>
            </a:r>
            <a:endParaRPr sz="1000">
              <a:latin typeface="Arial"/>
              <a:cs typeface="Arial"/>
            </a:endParaRPr>
          </a:p>
          <a:p>
            <a:pPr marL="600075">
              <a:lnSpc>
                <a:spcPts val="1195"/>
              </a:lnSpc>
            </a:pPr>
            <a:r>
              <a:rPr sz="1000" spc="-10" dirty="0">
                <a:solidFill>
                  <a:srgbClr val="595959"/>
                </a:solidFill>
                <a:latin typeface="MingLiU_HKSCS-ExtB"/>
                <a:cs typeface="MingLiU_HKSCS-ExtB"/>
              </a:rPr>
              <a:t>System.out.println</a:t>
            </a:r>
            <a:r>
              <a:rPr sz="1000" spc="-10" dirty="0">
                <a:solidFill>
                  <a:srgbClr val="B25900"/>
                </a:solidFill>
                <a:latin typeface="MingLiU_HKSCS-ExtB"/>
                <a:cs typeface="MingLiU_HKSCS-ExtB"/>
              </a:rPr>
              <a:t>("Nota:</a:t>
            </a:r>
            <a:r>
              <a:rPr sz="1000" spc="50" dirty="0">
                <a:solidFill>
                  <a:srgbClr val="B25900"/>
                </a:solidFill>
                <a:latin typeface="MingLiU_HKSCS-ExtB"/>
                <a:cs typeface="MingLiU_HKSCS-ExtB"/>
              </a:rPr>
              <a:t> </a:t>
            </a:r>
            <a:r>
              <a:rPr sz="1000" dirty="0">
                <a:solidFill>
                  <a:srgbClr val="B25900"/>
                </a:solidFill>
                <a:latin typeface="MingLiU_HKSCS-ExtB"/>
                <a:cs typeface="MingLiU_HKSCS-ExtB"/>
              </a:rPr>
              <a:t>"</a:t>
            </a:r>
            <a:r>
              <a:rPr sz="1000" dirty="0">
                <a:solidFill>
                  <a:srgbClr val="595959"/>
                </a:solidFill>
                <a:latin typeface="MingLiU_HKSCS-ExtB"/>
                <a:cs typeface="MingLiU_HKSCS-ExtB"/>
              </a:rPr>
              <a:t>,</a:t>
            </a:r>
            <a:r>
              <a:rPr sz="1000" spc="55" dirty="0">
                <a:solidFill>
                  <a:srgbClr val="595959"/>
                </a:solidFill>
                <a:latin typeface="MingLiU_HKSCS-ExtB"/>
                <a:cs typeface="MingLiU_HKSCS-ExtB"/>
              </a:rPr>
              <a:t> </a:t>
            </a:r>
            <a:r>
              <a:rPr sz="1000" spc="-10" dirty="0">
                <a:solidFill>
                  <a:srgbClr val="595959"/>
                </a:solidFill>
                <a:latin typeface="MingLiU_HKSCS-ExtB"/>
                <a:cs typeface="MingLiU_HKSCS-ExtB"/>
              </a:rPr>
              <a:t>nota</a:t>
            </a:r>
            <a:r>
              <a:rPr sz="1000" spc="-10" dirty="0">
                <a:solidFill>
                  <a:srgbClr val="B25900"/>
                </a:solidFill>
                <a:latin typeface="MingLiU_HKSCS-ExtB"/>
                <a:cs typeface="MingLiU_HKSCS-ExtB"/>
              </a:rPr>
              <a:t>[</a:t>
            </a:r>
            <a:r>
              <a:rPr sz="1000" spc="-10" dirty="0">
                <a:solidFill>
                  <a:srgbClr val="595959"/>
                </a:solidFill>
                <a:latin typeface="MingLiU_HKSCS-ExtB"/>
                <a:cs typeface="MingLiU_HKSCS-ExtB"/>
              </a:rPr>
              <a:t>i</a:t>
            </a:r>
            <a:r>
              <a:rPr sz="1000" spc="-10" dirty="0">
                <a:solidFill>
                  <a:srgbClr val="B25900"/>
                </a:solidFill>
                <a:latin typeface="MingLiU_HKSCS-ExtB"/>
                <a:cs typeface="MingLiU_HKSCS-ExtB"/>
              </a:rPr>
              <a:t>])</a:t>
            </a:r>
            <a:r>
              <a:rPr sz="1000" spc="-10" dirty="0">
                <a:solidFill>
                  <a:srgbClr val="595959"/>
                </a:solidFill>
                <a:latin typeface="MingLiU_HKSCS-ExtB"/>
                <a:cs typeface="MingLiU_HKSCS-ExtB"/>
              </a:rPr>
              <a:t>;</a:t>
            </a:r>
            <a:endParaRPr sz="1000">
              <a:latin typeface="MingLiU_HKSCS-ExtB"/>
              <a:cs typeface="MingLiU_HKSCS-ExtB"/>
            </a:endParaRPr>
          </a:p>
          <a:p>
            <a:pPr marL="372110">
              <a:lnSpc>
                <a:spcPts val="1200"/>
              </a:lnSpc>
            </a:pPr>
            <a:r>
              <a:rPr sz="1000" b="1" spc="55" dirty="0">
                <a:solidFill>
                  <a:srgbClr val="B25900"/>
                </a:solidFill>
                <a:latin typeface="Arial"/>
                <a:cs typeface="Arial"/>
              </a:rPr>
              <a:t>}</a:t>
            </a:r>
            <a:endParaRPr sz="1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5"/>
              </a:spcBef>
            </a:pPr>
            <a:endParaRPr sz="1000">
              <a:latin typeface="Arial"/>
              <a:cs typeface="Arial"/>
            </a:endParaRPr>
          </a:p>
          <a:p>
            <a:pPr marL="166370" indent="-153670">
              <a:lnSpc>
                <a:spcPct val="100000"/>
              </a:lnSpc>
              <a:buClr>
                <a:srgbClr val="00AC8C"/>
              </a:buClr>
              <a:buFont typeface="Arial MT"/>
              <a:buChar char="•"/>
              <a:tabLst>
                <a:tab pos="166370" algn="l"/>
              </a:tabLst>
            </a:pPr>
            <a:r>
              <a:rPr sz="1400" b="1" spc="-10" dirty="0">
                <a:latin typeface="Tahoma"/>
                <a:cs typeface="Tahoma"/>
              </a:rPr>
              <a:t>Saída:</a:t>
            </a:r>
            <a:endParaRPr sz="1400">
              <a:latin typeface="Tahoma"/>
              <a:cs typeface="Tahoma"/>
            </a:endParaRPr>
          </a:p>
          <a:p>
            <a:pPr marL="399415" lvl="1" indent="-99060">
              <a:lnSpc>
                <a:spcPct val="100000"/>
              </a:lnSpc>
              <a:spcBef>
                <a:spcPts val="415"/>
              </a:spcBef>
              <a:buClr>
                <a:srgbClr val="00AC8C"/>
              </a:buClr>
              <a:buFont typeface="Cambria"/>
              <a:buChar char="·"/>
              <a:tabLst>
                <a:tab pos="399415" algn="l"/>
              </a:tabLst>
            </a:pPr>
            <a:r>
              <a:rPr sz="1000" dirty="0">
                <a:latin typeface="MingLiU_HKSCS-ExtB"/>
                <a:cs typeface="MingLiU_HKSCS-ExtB"/>
              </a:rPr>
              <a:t>Nota:</a:t>
            </a:r>
            <a:r>
              <a:rPr sz="1000" spc="-30" dirty="0">
                <a:latin typeface="MingLiU_HKSCS-ExtB"/>
                <a:cs typeface="MingLiU_HKSCS-ExtB"/>
              </a:rPr>
              <a:t> </a:t>
            </a:r>
            <a:r>
              <a:rPr sz="1000" spc="-25" dirty="0">
                <a:latin typeface="MingLiU_HKSCS-ExtB"/>
                <a:cs typeface="MingLiU_HKSCS-ExtB"/>
              </a:rPr>
              <a:t>5.5</a:t>
            </a:r>
            <a:endParaRPr sz="1000">
              <a:latin typeface="MingLiU_HKSCS-ExtB"/>
              <a:cs typeface="MingLiU_HKSCS-ExtB"/>
            </a:endParaRPr>
          </a:p>
          <a:p>
            <a:pPr marL="399415" lvl="1" indent="-99060">
              <a:lnSpc>
                <a:spcPct val="100000"/>
              </a:lnSpc>
              <a:spcBef>
                <a:spcPts val="495"/>
              </a:spcBef>
              <a:buClr>
                <a:srgbClr val="00AC8C"/>
              </a:buClr>
              <a:buFont typeface="Cambria"/>
              <a:buChar char="·"/>
              <a:tabLst>
                <a:tab pos="399415" algn="l"/>
              </a:tabLst>
            </a:pPr>
            <a:r>
              <a:rPr sz="1000" dirty="0">
                <a:latin typeface="MingLiU_HKSCS-ExtB"/>
                <a:cs typeface="MingLiU_HKSCS-ExtB"/>
              </a:rPr>
              <a:t>Nota:</a:t>
            </a:r>
            <a:r>
              <a:rPr sz="1000" spc="-30" dirty="0">
                <a:latin typeface="MingLiU_HKSCS-ExtB"/>
                <a:cs typeface="MingLiU_HKSCS-ExtB"/>
              </a:rPr>
              <a:t> </a:t>
            </a:r>
            <a:r>
              <a:rPr sz="1000" spc="-25" dirty="0">
                <a:latin typeface="MingLiU_HKSCS-ExtB"/>
                <a:cs typeface="MingLiU_HKSCS-ExtB"/>
              </a:rPr>
              <a:t>6.5</a:t>
            </a:r>
            <a:endParaRPr sz="1000">
              <a:latin typeface="MingLiU_HKSCS-ExtB"/>
              <a:cs typeface="MingLiU_HKSCS-ExtB"/>
            </a:endParaRPr>
          </a:p>
          <a:p>
            <a:pPr marL="399415" lvl="1" indent="-99060">
              <a:lnSpc>
                <a:spcPct val="100000"/>
              </a:lnSpc>
              <a:spcBef>
                <a:spcPts val="495"/>
              </a:spcBef>
              <a:buClr>
                <a:srgbClr val="00AC8C"/>
              </a:buClr>
              <a:buFont typeface="Cambria"/>
              <a:buChar char="·"/>
              <a:tabLst>
                <a:tab pos="399415" algn="l"/>
              </a:tabLst>
            </a:pPr>
            <a:r>
              <a:rPr sz="1000" dirty="0">
                <a:latin typeface="MingLiU_HKSCS-ExtB"/>
                <a:cs typeface="MingLiU_HKSCS-ExtB"/>
              </a:rPr>
              <a:t>Nota:</a:t>
            </a:r>
            <a:r>
              <a:rPr sz="1000" spc="-30" dirty="0">
                <a:latin typeface="MingLiU_HKSCS-ExtB"/>
                <a:cs typeface="MingLiU_HKSCS-ExtB"/>
              </a:rPr>
              <a:t> </a:t>
            </a:r>
            <a:r>
              <a:rPr sz="1000" spc="-25" dirty="0">
                <a:latin typeface="MingLiU_HKSCS-ExtB"/>
                <a:cs typeface="MingLiU_HKSCS-ExtB"/>
              </a:rPr>
              <a:t>7.5</a:t>
            </a:r>
            <a:endParaRPr sz="1000">
              <a:latin typeface="MingLiU_HKSCS-ExtB"/>
              <a:cs typeface="MingLiU_HKSCS-ExtB"/>
            </a:endParaRPr>
          </a:p>
          <a:p>
            <a:pPr marL="399415" lvl="1" indent="-99060">
              <a:lnSpc>
                <a:spcPct val="100000"/>
              </a:lnSpc>
              <a:spcBef>
                <a:spcPts val="490"/>
              </a:spcBef>
              <a:buClr>
                <a:srgbClr val="00AC8C"/>
              </a:buClr>
              <a:buFont typeface="Cambria"/>
              <a:buChar char="·"/>
              <a:tabLst>
                <a:tab pos="399415" algn="l"/>
              </a:tabLst>
            </a:pPr>
            <a:r>
              <a:rPr sz="1000" dirty="0">
                <a:latin typeface="MingLiU_HKSCS-ExtB"/>
                <a:cs typeface="MingLiU_HKSCS-ExtB"/>
              </a:rPr>
              <a:t>Nota:</a:t>
            </a:r>
            <a:r>
              <a:rPr sz="1000" spc="-30" dirty="0">
                <a:latin typeface="MingLiU_HKSCS-ExtB"/>
                <a:cs typeface="MingLiU_HKSCS-ExtB"/>
              </a:rPr>
              <a:t> </a:t>
            </a:r>
            <a:r>
              <a:rPr sz="1000" spc="-25" dirty="0">
                <a:latin typeface="MingLiU_HKSCS-ExtB"/>
                <a:cs typeface="MingLiU_HKSCS-ExtB"/>
              </a:rPr>
              <a:t>8.5</a:t>
            </a:r>
            <a:endParaRPr sz="1000">
              <a:latin typeface="MingLiU_HKSCS-ExtB"/>
              <a:cs typeface="MingLiU_HKSCS-ExtB"/>
            </a:endParaRPr>
          </a:p>
          <a:p>
            <a:pPr marL="399415" lvl="1" indent="-99060">
              <a:lnSpc>
                <a:spcPct val="100000"/>
              </a:lnSpc>
              <a:spcBef>
                <a:spcPts val="495"/>
              </a:spcBef>
              <a:buClr>
                <a:srgbClr val="00AC8C"/>
              </a:buClr>
              <a:buFont typeface="Cambria"/>
              <a:buChar char="·"/>
              <a:tabLst>
                <a:tab pos="399415" algn="l"/>
              </a:tabLst>
            </a:pPr>
            <a:r>
              <a:rPr sz="1000" dirty="0">
                <a:latin typeface="MingLiU_HKSCS-ExtB"/>
                <a:cs typeface="MingLiU_HKSCS-ExtB"/>
              </a:rPr>
              <a:t>Nota:</a:t>
            </a:r>
            <a:r>
              <a:rPr sz="1000" spc="-30" dirty="0">
                <a:latin typeface="MingLiU_HKSCS-ExtB"/>
                <a:cs typeface="MingLiU_HKSCS-ExtB"/>
              </a:rPr>
              <a:t> </a:t>
            </a:r>
            <a:r>
              <a:rPr sz="1000" spc="-25" dirty="0">
                <a:latin typeface="MingLiU_HKSCS-ExtB"/>
                <a:cs typeface="MingLiU_HKSCS-ExtB"/>
              </a:rPr>
              <a:t>9.5</a:t>
            </a:r>
            <a:endParaRPr sz="1000">
              <a:latin typeface="MingLiU_HKSCS-ExtB"/>
              <a:cs typeface="MingLiU_HKSCS-ExtB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3202038"/>
            <a:ext cx="5760085" cy="38100"/>
          </a:xfrm>
          <a:custGeom>
            <a:avLst/>
            <a:gdLst/>
            <a:ahLst/>
            <a:cxnLst/>
            <a:rect l="l" t="t" r="r" b="b"/>
            <a:pathLst>
              <a:path w="5760085" h="38100">
                <a:moveTo>
                  <a:pt x="5759996" y="0"/>
                </a:moveTo>
                <a:lnTo>
                  <a:pt x="0" y="0"/>
                </a:lnTo>
                <a:lnTo>
                  <a:pt x="0" y="37960"/>
                </a:lnTo>
                <a:lnTo>
                  <a:pt x="5759996" y="37960"/>
                </a:lnTo>
                <a:lnTo>
                  <a:pt x="5759996" y="0"/>
                </a:lnTo>
                <a:close/>
              </a:path>
            </a:pathLst>
          </a:custGeom>
          <a:solidFill>
            <a:srgbClr val="00AC8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fld id="{81D60167-4931-47E6-BA6A-407CBD079E47}" type="slidenum">
              <a:rPr spc="-25" dirty="0"/>
              <a:t>14</a:t>
            </a:fld>
            <a:endParaRPr spc="-25" dirty="0"/>
          </a:p>
        </p:txBody>
      </p:sp>
    </p:spTree>
  </p:cSld>
  <p:clrMapOvr>
    <a:masterClrMapping/>
  </p:clrMapOvr>
  <p:transition>
    <p:cut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55" dirty="0"/>
              <a:t>Exemplo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73894" y="482882"/>
            <a:ext cx="2065655" cy="619125"/>
          </a:xfrm>
          <a:prstGeom prst="rect">
            <a:avLst/>
          </a:prstGeom>
        </p:spPr>
        <p:txBody>
          <a:bodyPr vert="horz" wrap="square" lIns="0" tIns="3619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84"/>
              </a:spcBef>
            </a:pPr>
            <a:r>
              <a:rPr sz="600" spc="-10" dirty="0">
                <a:solidFill>
                  <a:srgbClr val="666666"/>
                </a:solidFill>
                <a:latin typeface="MingLiU_HKSCS-ExtB"/>
                <a:cs typeface="MingLiU_HKSCS-ExtB"/>
              </a:rPr>
              <a:t>1</a:t>
            </a:r>
            <a:r>
              <a:rPr sz="600" spc="-155" dirty="0">
                <a:solidFill>
                  <a:srgbClr val="666666"/>
                </a:solidFill>
                <a:latin typeface="MingLiU_HKSCS-ExtB"/>
                <a:cs typeface="MingLiU_HKSCS-ExtB"/>
              </a:rPr>
              <a:t> </a:t>
            </a:r>
            <a:r>
              <a:rPr sz="750" b="1" dirty="0">
                <a:solidFill>
                  <a:srgbClr val="00AC8C"/>
                </a:solidFill>
                <a:latin typeface="Arial"/>
                <a:cs typeface="Arial"/>
              </a:rPr>
              <a:t>import</a:t>
            </a:r>
            <a:r>
              <a:rPr sz="750" b="1" spc="55" dirty="0">
                <a:solidFill>
                  <a:srgbClr val="00AC8C"/>
                </a:solidFill>
                <a:latin typeface="Arial"/>
                <a:cs typeface="Arial"/>
              </a:rPr>
              <a:t> </a:t>
            </a:r>
            <a:r>
              <a:rPr sz="750" spc="-10" dirty="0">
                <a:solidFill>
                  <a:srgbClr val="595959"/>
                </a:solidFill>
                <a:latin typeface="MingLiU_HKSCS-ExtB"/>
                <a:cs typeface="MingLiU_HKSCS-ExtB"/>
              </a:rPr>
              <a:t>java.util.Scanner;</a:t>
            </a:r>
            <a:endParaRPr sz="750">
              <a:latin typeface="MingLiU_HKSCS-ExtB"/>
              <a:cs typeface="MingLiU_HKSCS-ExtB"/>
            </a:endParaRPr>
          </a:p>
          <a:p>
            <a:pPr marL="12700">
              <a:lnSpc>
                <a:spcPct val="100000"/>
              </a:lnSpc>
              <a:spcBef>
                <a:spcPts val="145"/>
              </a:spcBef>
            </a:pPr>
            <a:r>
              <a:rPr sz="600" spc="-50" dirty="0">
                <a:solidFill>
                  <a:srgbClr val="666666"/>
                </a:solidFill>
                <a:latin typeface="MingLiU_HKSCS-ExtB"/>
                <a:cs typeface="MingLiU_HKSCS-ExtB"/>
              </a:rPr>
              <a:t>2</a:t>
            </a:r>
            <a:endParaRPr sz="600">
              <a:latin typeface="MingLiU_HKSCS-ExtB"/>
              <a:cs typeface="MingLiU_HKSCS-ExtB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600" spc="-10" dirty="0">
                <a:solidFill>
                  <a:srgbClr val="666666"/>
                </a:solidFill>
                <a:latin typeface="MingLiU_HKSCS-ExtB"/>
                <a:cs typeface="MingLiU_HKSCS-ExtB"/>
              </a:rPr>
              <a:t>3</a:t>
            </a:r>
            <a:r>
              <a:rPr sz="600" spc="-155" dirty="0">
                <a:solidFill>
                  <a:srgbClr val="666666"/>
                </a:solidFill>
                <a:latin typeface="MingLiU_HKSCS-ExtB"/>
                <a:cs typeface="MingLiU_HKSCS-ExtB"/>
              </a:rPr>
              <a:t> </a:t>
            </a:r>
            <a:r>
              <a:rPr sz="750" b="1" dirty="0">
                <a:solidFill>
                  <a:srgbClr val="00AC8C"/>
                </a:solidFill>
                <a:latin typeface="Arial"/>
                <a:cs typeface="Arial"/>
              </a:rPr>
              <a:t>public</a:t>
            </a:r>
            <a:r>
              <a:rPr sz="750" b="1" spc="140" dirty="0">
                <a:solidFill>
                  <a:srgbClr val="00AC8C"/>
                </a:solidFill>
                <a:latin typeface="Arial"/>
                <a:cs typeface="Arial"/>
              </a:rPr>
              <a:t> </a:t>
            </a:r>
            <a:r>
              <a:rPr sz="750" b="1" dirty="0">
                <a:solidFill>
                  <a:srgbClr val="00AC8C"/>
                </a:solidFill>
                <a:latin typeface="Arial"/>
                <a:cs typeface="Arial"/>
              </a:rPr>
              <a:t>class</a:t>
            </a:r>
            <a:r>
              <a:rPr sz="750" b="1" spc="155" dirty="0">
                <a:solidFill>
                  <a:srgbClr val="00AC8C"/>
                </a:solidFill>
                <a:latin typeface="Arial"/>
                <a:cs typeface="Arial"/>
              </a:rPr>
              <a:t> </a:t>
            </a:r>
            <a:r>
              <a:rPr sz="750" dirty="0">
                <a:solidFill>
                  <a:srgbClr val="595959"/>
                </a:solidFill>
                <a:latin typeface="MingLiU_HKSCS-ExtB"/>
                <a:cs typeface="MingLiU_HKSCS-ExtB"/>
              </a:rPr>
              <a:t>CincoNotasVetor</a:t>
            </a:r>
            <a:r>
              <a:rPr sz="750" spc="-20" dirty="0">
                <a:solidFill>
                  <a:srgbClr val="595959"/>
                </a:solidFill>
                <a:latin typeface="MingLiU_HKSCS-ExtB"/>
                <a:cs typeface="MingLiU_HKSCS-ExtB"/>
              </a:rPr>
              <a:t> </a:t>
            </a:r>
            <a:r>
              <a:rPr sz="750" b="1" spc="30" dirty="0">
                <a:solidFill>
                  <a:srgbClr val="B25900"/>
                </a:solidFill>
                <a:latin typeface="Arial"/>
                <a:cs typeface="Arial"/>
              </a:rPr>
              <a:t>{</a:t>
            </a:r>
            <a:endParaRPr sz="7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600" spc="-50" dirty="0">
                <a:solidFill>
                  <a:srgbClr val="666666"/>
                </a:solidFill>
                <a:latin typeface="MingLiU_HKSCS-ExtB"/>
                <a:cs typeface="MingLiU_HKSCS-ExtB"/>
              </a:rPr>
              <a:t>4</a:t>
            </a:r>
            <a:endParaRPr sz="600">
              <a:latin typeface="MingLiU_HKSCS-ExtB"/>
              <a:cs typeface="MingLiU_HKSCS-ExtB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600" dirty="0">
                <a:solidFill>
                  <a:srgbClr val="666666"/>
                </a:solidFill>
                <a:latin typeface="MingLiU_HKSCS-ExtB"/>
                <a:cs typeface="MingLiU_HKSCS-ExtB"/>
              </a:rPr>
              <a:t>5</a:t>
            </a:r>
            <a:r>
              <a:rPr sz="600" spc="130" dirty="0">
                <a:solidFill>
                  <a:srgbClr val="666666"/>
                </a:solidFill>
                <a:latin typeface="MingLiU_HKSCS-ExtB"/>
                <a:cs typeface="MingLiU_HKSCS-ExtB"/>
              </a:rPr>
              <a:t>  </a:t>
            </a:r>
            <a:r>
              <a:rPr sz="750" b="1" dirty="0">
                <a:solidFill>
                  <a:srgbClr val="00AC8C"/>
                </a:solidFill>
                <a:latin typeface="Arial"/>
                <a:cs typeface="Arial"/>
              </a:rPr>
              <a:t>public</a:t>
            </a:r>
            <a:r>
              <a:rPr sz="750" b="1" spc="185" dirty="0">
                <a:solidFill>
                  <a:srgbClr val="00AC8C"/>
                </a:solidFill>
                <a:latin typeface="Arial"/>
                <a:cs typeface="Arial"/>
              </a:rPr>
              <a:t> </a:t>
            </a:r>
            <a:r>
              <a:rPr sz="750" b="1" dirty="0">
                <a:solidFill>
                  <a:srgbClr val="00AC8C"/>
                </a:solidFill>
                <a:latin typeface="Arial"/>
                <a:cs typeface="Arial"/>
              </a:rPr>
              <a:t>static</a:t>
            </a:r>
            <a:r>
              <a:rPr sz="750" b="1" spc="185" dirty="0">
                <a:solidFill>
                  <a:srgbClr val="00AC8C"/>
                </a:solidFill>
                <a:latin typeface="Arial"/>
                <a:cs typeface="Arial"/>
              </a:rPr>
              <a:t> </a:t>
            </a:r>
            <a:r>
              <a:rPr sz="750" b="1" dirty="0">
                <a:solidFill>
                  <a:srgbClr val="00AC8C"/>
                </a:solidFill>
                <a:latin typeface="Arial"/>
                <a:cs typeface="Arial"/>
              </a:rPr>
              <a:t>void</a:t>
            </a:r>
            <a:r>
              <a:rPr sz="750" b="1" spc="185" dirty="0">
                <a:solidFill>
                  <a:srgbClr val="00AC8C"/>
                </a:solidFill>
                <a:latin typeface="Arial"/>
                <a:cs typeface="Arial"/>
              </a:rPr>
              <a:t> </a:t>
            </a:r>
            <a:r>
              <a:rPr sz="750" dirty="0">
                <a:solidFill>
                  <a:srgbClr val="595959"/>
                </a:solidFill>
                <a:latin typeface="MingLiU_HKSCS-ExtB"/>
                <a:cs typeface="MingLiU_HKSCS-ExtB"/>
              </a:rPr>
              <a:t>main</a:t>
            </a:r>
            <a:r>
              <a:rPr sz="750" dirty="0">
                <a:solidFill>
                  <a:srgbClr val="B25900"/>
                </a:solidFill>
                <a:latin typeface="MingLiU_HKSCS-ExtB"/>
                <a:cs typeface="MingLiU_HKSCS-ExtB"/>
              </a:rPr>
              <a:t>(</a:t>
            </a:r>
            <a:r>
              <a:rPr sz="750" dirty="0">
                <a:solidFill>
                  <a:srgbClr val="595959"/>
                </a:solidFill>
                <a:latin typeface="MingLiU_HKSCS-ExtB"/>
                <a:cs typeface="MingLiU_HKSCS-ExtB"/>
              </a:rPr>
              <a:t>String</a:t>
            </a:r>
            <a:r>
              <a:rPr sz="750" dirty="0">
                <a:solidFill>
                  <a:srgbClr val="B25900"/>
                </a:solidFill>
                <a:latin typeface="MingLiU_HKSCS-ExtB"/>
                <a:cs typeface="MingLiU_HKSCS-ExtB"/>
              </a:rPr>
              <a:t>[]</a:t>
            </a:r>
            <a:r>
              <a:rPr sz="750" spc="15" dirty="0">
                <a:solidFill>
                  <a:srgbClr val="B25900"/>
                </a:solidFill>
                <a:latin typeface="MingLiU_HKSCS-ExtB"/>
                <a:cs typeface="MingLiU_HKSCS-ExtB"/>
              </a:rPr>
              <a:t> </a:t>
            </a:r>
            <a:r>
              <a:rPr sz="750" dirty="0">
                <a:solidFill>
                  <a:srgbClr val="595959"/>
                </a:solidFill>
                <a:latin typeface="MingLiU_HKSCS-ExtB"/>
                <a:cs typeface="MingLiU_HKSCS-ExtB"/>
              </a:rPr>
              <a:t>args</a:t>
            </a:r>
            <a:r>
              <a:rPr sz="750" dirty="0">
                <a:solidFill>
                  <a:srgbClr val="B25900"/>
                </a:solidFill>
                <a:latin typeface="MingLiU_HKSCS-ExtB"/>
                <a:cs typeface="MingLiU_HKSCS-ExtB"/>
              </a:rPr>
              <a:t>)</a:t>
            </a:r>
            <a:r>
              <a:rPr sz="750" spc="15" dirty="0">
                <a:solidFill>
                  <a:srgbClr val="B25900"/>
                </a:solidFill>
                <a:latin typeface="MingLiU_HKSCS-ExtB"/>
                <a:cs typeface="MingLiU_HKSCS-ExtB"/>
              </a:rPr>
              <a:t> </a:t>
            </a:r>
            <a:r>
              <a:rPr sz="750" b="1" spc="30" dirty="0">
                <a:solidFill>
                  <a:srgbClr val="B25900"/>
                </a:solidFill>
                <a:latin typeface="Arial"/>
                <a:cs typeface="Arial"/>
              </a:rPr>
              <a:t>{</a:t>
            </a:r>
            <a:endParaRPr sz="750">
              <a:latin typeface="Arial"/>
              <a:cs typeface="Arial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216887" y="1120187"/>
          <a:ext cx="3014980" cy="18986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0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600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5725">
                <a:tc>
                  <a:txBody>
                    <a:bodyPr/>
                    <a:lstStyle/>
                    <a:p>
                      <a:pPr marR="7620" algn="ctr">
                        <a:lnSpc>
                          <a:spcPts val="580"/>
                        </a:lnSpc>
                      </a:pPr>
                      <a:r>
                        <a:rPr sz="600" spc="-50" dirty="0">
                          <a:solidFill>
                            <a:srgbClr val="666666"/>
                          </a:solidFill>
                          <a:latin typeface="MingLiU_HKSCS-ExtB"/>
                          <a:cs typeface="MingLiU_HKSCS-ExtB"/>
                        </a:rPr>
                        <a:t>6</a:t>
                      </a:r>
                      <a:endParaRPr sz="600">
                        <a:latin typeface="MingLiU_HKSCS-ExtB"/>
                        <a:cs typeface="MingLiU_HKSCS-ExtB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5570">
                <a:tc>
                  <a:txBody>
                    <a:bodyPr/>
                    <a:lstStyle/>
                    <a:p>
                      <a:pPr marR="7620" algn="ctr">
                        <a:lnSpc>
                          <a:spcPts val="700"/>
                        </a:lnSpc>
                        <a:spcBef>
                          <a:spcPts val="114"/>
                        </a:spcBef>
                      </a:pPr>
                      <a:r>
                        <a:rPr sz="600" spc="-50" dirty="0">
                          <a:solidFill>
                            <a:srgbClr val="666666"/>
                          </a:solidFill>
                          <a:latin typeface="MingLiU_HKSCS-ExtB"/>
                          <a:cs typeface="MingLiU_HKSCS-ExtB"/>
                        </a:rPr>
                        <a:t>7</a:t>
                      </a:r>
                      <a:endParaRPr sz="600">
                        <a:latin typeface="MingLiU_HKSCS-ExtB"/>
                        <a:cs typeface="MingLiU_HKSCS-ExtB"/>
                      </a:endParaRPr>
                    </a:p>
                  </a:txBody>
                  <a:tcPr marL="0" marR="0" marT="14604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8415">
                        <a:lnSpc>
                          <a:spcPts val="815"/>
                        </a:lnSpc>
                      </a:pPr>
                      <a:r>
                        <a:rPr sz="750" dirty="0">
                          <a:solidFill>
                            <a:srgbClr val="595959"/>
                          </a:solidFill>
                          <a:latin typeface="MingLiU_HKSCS-ExtB"/>
                          <a:cs typeface="MingLiU_HKSCS-ExtB"/>
                        </a:rPr>
                        <a:t>Scanner</a:t>
                      </a:r>
                      <a:r>
                        <a:rPr sz="750" spc="-50" dirty="0">
                          <a:solidFill>
                            <a:srgbClr val="595959"/>
                          </a:solidFill>
                          <a:latin typeface="MingLiU_HKSCS-ExtB"/>
                          <a:cs typeface="MingLiU_HKSCS-ExtB"/>
                        </a:rPr>
                        <a:t> </a:t>
                      </a:r>
                      <a:r>
                        <a:rPr sz="750" dirty="0">
                          <a:solidFill>
                            <a:srgbClr val="595959"/>
                          </a:solidFill>
                          <a:latin typeface="MingLiU_HKSCS-ExtB"/>
                          <a:cs typeface="MingLiU_HKSCS-ExtB"/>
                        </a:rPr>
                        <a:t>entrada</a:t>
                      </a:r>
                      <a:r>
                        <a:rPr sz="750" spc="-45" dirty="0">
                          <a:solidFill>
                            <a:srgbClr val="595959"/>
                          </a:solidFill>
                          <a:latin typeface="MingLiU_HKSCS-ExtB"/>
                          <a:cs typeface="MingLiU_HKSCS-ExtB"/>
                        </a:rPr>
                        <a:t> </a:t>
                      </a:r>
                      <a:r>
                        <a:rPr sz="750" dirty="0">
                          <a:solidFill>
                            <a:srgbClr val="595959"/>
                          </a:solidFill>
                          <a:latin typeface="MingLiU_HKSCS-ExtB"/>
                          <a:cs typeface="MingLiU_HKSCS-ExtB"/>
                        </a:rPr>
                        <a:t>=</a:t>
                      </a:r>
                      <a:r>
                        <a:rPr sz="750" spc="-45" dirty="0">
                          <a:solidFill>
                            <a:srgbClr val="595959"/>
                          </a:solidFill>
                          <a:latin typeface="MingLiU_HKSCS-ExtB"/>
                          <a:cs typeface="MingLiU_HKSCS-ExtB"/>
                        </a:rPr>
                        <a:t> </a:t>
                      </a:r>
                      <a:r>
                        <a:rPr sz="750" b="1" spc="-80" dirty="0">
                          <a:solidFill>
                            <a:srgbClr val="00AC8C"/>
                          </a:solidFill>
                          <a:latin typeface="Arial"/>
                          <a:cs typeface="Arial"/>
                        </a:rPr>
                        <a:t>new</a:t>
                      </a:r>
                      <a:r>
                        <a:rPr sz="750" b="1" spc="120" dirty="0">
                          <a:solidFill>
                            <a:srgbClr val="00AC8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750" spc="-10" dirty="0">
                          <a:solidFill>
                            <a:srgbClr val="595959"/>
                          </a:solidFill>
                          <a:latin typeface="MingLiU_HKSCS-ExtB"/>
                          <a:cs typeface="MingLiU_HKSCS-ExtB"/>
                        </a:rPr>
                        <a:t>Scanner</a:t>
                      </a:r>
                      <a:r>
                        <a:rPr sz="750" spc="-10" dirty="0">
                          <a:solidFill>
                            <a:srgbClr val="B25900"/>
                          </a:solidFill>
                          <a:latin typeface="MingLiU_HKSCS-ExtB"/>
                          <a:cs typeface="MingLiU_HKSCS-ExtB"/>
                        </a:rPr>
                        <a:t>(</a:t>
                      </a:r>
                      <a:r>
                        <a:rPr sz="750" spc="-10" dirty="0">
                          <a:solidFill>
                            <a:srgbClr val="595959"/>
                          </a:solidFill>
                          <a:latin typeface="MingLiU_HKSCS-ExtB"/>
                          <a:cs typeface="MingLiU_HKSCS-ExtB"/>
                        </a:rPr>
                        <a:t>System.in</a:t>
                      </a:r>
                      <a:r>
                        <a:rPr sz="750" spc="-10" dirty="0">
                          <a:solidFill>
                            <a:srgbClr val="B25900"/>
                          </a:solidFill>
                          <a:latin typeface="MingLiU_HKSCS-ExtB"/>
                          <a:cs typeface="MingLiU_HKSCS-ExtB"/>
                        </a:rPr>
                        <a:t>)</a:t>
                      </a:r>
                      <a:r>
                        <a:rPr sz="750" spc="-10" dirty="0">
                          <a:solidFill>
                            <a:srgbClr val="595959"/>
                          </a:solidFill>
                          <a:latin typeface="MingLiU_HKSCS-ExtB"/>
                          <a:cs typeface="MingLiU_HKSCS-ExtB"/>
                        </a:rPr>
                        <a:t>;</a:t>
                      </a:r>
                      <a:endParaRPr sz="750">
                        <a:latin typeface="MingLiU_HKSCS-ExtB"/>
                        <a:cs typeface="MingLiU_HKSCS-ExtB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2555">
                <a:tc>
                  <a:txBody>
                    <a:bodyPr/>
                    <a:lstStyle/>
                    <a:p>
                      <a:pPr marR="7620"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600" spc="-50" dirty="0">
                          <a:solidFill>
                            <a:srgbClr val="666666"/>
                          </a:solidFill>
                          <a:latin typeface="MingLiU_HKSCS-ExtB"/>
                          <a:cs typeface="MingLiU_HKSCS-ExtB"/>
                        </a:rPr>
                        <a:t>8</a:t>
                      </a:r>
                      <a:endParaRPr sz="600">
                        <a:latin typeface="MingLiU_HKSCS-ExtB"/>
                        <a:cs typeface="MingLiU_HKSCS-ExtB"/>
                      </a:endParaRPr>
                    </a:p>
                  </a:txBody>
                  <a:tcPr marL="0" marR="0" marT="1206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8415">
                        <a:lnSpc>
                          <a:spcPts val="850"/>
                        </a:lnSpc>
                      </a:pPr>
                      <a:r>
                        <a:rPr sz="750" b="1" spc="-30" dirty="0">
                          <a:solidFill>
                            <a:srgbClr val="00AC8C"/>
                          </a:solidFill>
                          <a:latin typeface="Arial"/>
                          <a:cs typeface="Arial"/>
                        </a:rPr>
                        <a:t>double</a:t>
                      </a:r>
                      <a:r>
                        <a:rPr sz="750" spc="-30" dirty="0">
                          <a:solidFill>
                            <a:srgbClr val="B25900"/>
                          </a:solidFill>
                          <a:latin typeface="MingLiU_HKSCS-ExtB"/>
                          <a:cs typeface="MingLiU_HKSCS-ExtB"/>
                        </a:rPr>
                        <a:t>[]</a:t>
                      </a:r>
                      <a:r>
                        <a:rPr sz="750" spc="-45" dirty="0">
                          <a:solidFill>
                            <a:srgbClr val="B25900"/>
                          </a:solidFill>
                          <a:latin typeface="MingLiU_HKSCS-ExtB"/>
                          <a:cs typeface="MingLiU_HKSCS-ExtB"/>
                        </a:rPr>
                        <a:t> </a:t>
                      </a:r>
                      <a:r>
                        <a:rPr sz="750" dirty="0">
                          <a:solidFill>
                            <a:srgbClr val="595959"/>
                          </a:solidFill>
                          <a:latin typeface="MingLiU_HKSCS-ExtB"/>
                          <a:cs typeface="MingLiU_HKSCS-ExtB"/>
                        </a:rPr>
                        <a:t>notas</a:t>
                      </a:r>
                      <a:r>
                        <a:rPr sz="750" spc="-40" dirty="0">
                          <a:solidFill>
                            <a:srgbClr val="595959"/>
                          </a:solidFill>
                          <a:latin typeface="MingLiU_HKSCS-ExtB"/>
                          <a:cs typeface="MingLiU_HKSCS-ExtB"/>
                        </a:rPr>
                        <a:t> </a:t>
                      </a:r>
                      <a:r>
                        <a:rPr sz="750" dirty="0">
                          <a:solidFill>
                            <a:srgbClr val="595959"/>
                          </a:solidFill>
                          <a:latin typeface="MingLiU_HKSCS-ExtB"/>
                          <a:cs typeface="MingLiU_HKSCS-ExtB"/>
                        </a:rPr>
                        <a:t>=</a:t>
                      </a:r>
                      <a:r>
                        <a:rPr sz="750" spc="-45" dirty="0">
                          <a:solidFill>
                            <a:srgbClr val="595959"/>
                          </a:solidFill>
                          <a:latin typeface="MingLiU_HKSCS-ExtB"/>
                          <a:cs typeface="MingLiU_HKSCS-ExtB"/>
                        </a:rPr>
                        <a:t> </a:t>
                      </a:r>
                      <a:r>
                        <a:rPr sz="750" b="1" spc="-80" dirty="0">
                          <a:solidFill>
                            <a:srgbClr val="00AC8C"/>
                          </a:solidFill>
                          <a:latin typeface="Arial"/>
                          <a:cs typeface="Arial"/>
                        </a:rPr>
                        <a:t>new</a:t>
                      </a:r>
                      <a:r>
                        <a:rPr sz="750" b="1" spc="130" dirty="0">
                          <a:solidFill>
                            <a:srgbClr val="00AC8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750" b="1" spc="-10" dirty="0">
                          <a:solidFill>
                            <a:srgbClr val="00AC8C"/>
                          </a:solidFill>
                          <a:latin typeface="Arial"/>
                          <a:cs typeface="Arial"/>
                        </a:rPr>
                        <a:t>double</a:t>
                      </a:r>
                      <a:r>
                        <a:rPr sz="750" spc="-10" dirty="0">
                          <a:solidFill>
                            <a:srgbClr val="B25900"/>
                          </a:solidFill>
                          <a:latin typeface="MingLiU_HKSCS-ExtB"/>
                          <a:cs typeface="MingLiU_HKSCS-ExtB"/>
                        </a:rPr>
                        <a:t>[</a:t>
                      </a:r>
                      <a:r>
                        <a:rPr sz="750" spc="-10" dirty="0">
                          <a:solidFill>
                            <a:srgbClr val="595959"/>
                          </a:solidFill>
                          <a:latin typeface="MingLiU_HKSCS-ExtB"/>
                          <a:cs typeface="MingLiU_HKSCS-ExtB"/>
                        </a:rPr>
                        <a:t>5</a:t>
                      </a:r>
                      <a:r>
                        <a:rPr sz="750" spc="-10" dirty="0">
                          <a:solidFill>
                            <a:srgbClr val="B25900"/>
                          </a:solidFill>
                          <a:latin typeface="MingLiU_HKSCS-ExtB"/>
                          <a:cs typeface="MingLiU_HKSCS-ExtB"/>
                        </a:rPr>
                        <a:t>]</a:t>
                      </a:r>
                      <a:r>
                        <a:rPr sz="750" spc="-10" dirty="0">
                          <a:solidFill>
                            <a:srgbClr val="595959"/>
                          </a:solidFill>
                          <a:latin typeface="MingLiU_HKSCS-ExtB"/>
                          <a:cs typeface="MingLiU_HKSCS-ExtB"/>
                        </a:rPr>
                        <a:t>;</a:t>
                      </a:r>
                      <a:endParaRPr sz="750">
                        <a:latin typeface="MingLiU_HKSCS-ExtB"/>
                        <a:cs typeface="MingLiU_HKSCS-ExtB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2235">
                <a:tc>
                  <a:txBody>
                    <a:bodyPr/>
                    <a:lstStyle/>
                    <a:p>
                      <a:pPr marR="7620" algn="ctr">
                        <a:lnSpc>
                          <a:spcPts val="680"/>
                        </a:lnSpc>
                        <a:spcBef>
                          <a:spcPts val="25"/>
                        </a:spcBef>
                      </a:pPr>
                      <a:r>
                        <a:rPr sz="600" spc="-50" dirty="0">
                          <a:solidFill>
                            <a:srgbClr val="666666"/>
                          </a:solidFill>
                          <a:latin typeface="MingLiU_HKSCS-ExtB"/>
                          <a:cs typeface="MingLiU_HKSCS-ExtB"/>
                        </a:rPr>
                        <a:t>9</a:t>
                      </a:r>
                      <a:endParaRPr sz="600">
                        <a:latin typeface="MingLiU_HKSCS-ExtB"/>
                        <a:cs typeface="MingLiU_HKSCS-ExtB"/>
                      </a:endParaRPr>
                    </a:p>
                  </a:txBody>
                  <a:tcPr marL="0" marR="0" marT="317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6839">
                <a:tc>
                  <a:txBody>
                    <a:bodyPr/>
                    <a:lstStyle/>
                    <a:p>
                      <a:pPr marR="45720" algn="ctr">
                        <a:lnSpc>
                          <a:spcPts val="705"/>
                        </a:lnSpc>
                        <a:spcBef>
                          <a:spcPts val="114"/>
                        </a:spcBef>
                      </a:pPr>
                      <a:r>
                        <a:rPr sz="600" spc="-25" dirty="0">
                          <a:solidFill>
                            <a:srgbClr val="666666"/>
                          </a:solidFill>
                          <a:latin typeface="MingLiU_HKSCS-ExtB"/>
                          <a:cs typeface="MingLiU_HKSCS-ExtB"/>
                        </a:rPr>
                        <a:t>10</a:t>
                      </a:r>
                      <a:endParaRPr sz="600">
                        <a:latin typeface="MingLiU_HKSCS-ExtB"/>
                        <a:cs typeface="MingLiU_HKSCS-ExtB"/>
                      </a:endParaRPr>
                    </a:p>
                  </a:txBody>
                  <a:tcPr marL="0" marR="0" marT="14604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8415">
                        <a:lnSpc>
                          <a:spcPts val="825"/>
                        </a:lnSpc>
                      </a:pPr>
                      <a:r>
                        <a:rPr sz="750" b="1" dirty="0">
                          <a:solidFill>
                            <a:srgbClr val="00AC8C"/>
                          </a:solidFill>
                          <a:latin typeface="Arial"/>
                          <a:cs typeface="Arial"/>
                        </a:rPr>
                        <a:t>for</a:t>
                      </a:r>
                      <a:r>
                        <a:rPr sz="750" b="1" spc="195" dirty="0">
                          <a:solidFill>
                            <a:srgbClr val="00AC8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750" dirty="0">
                          <a:solidFill>
                            <a:srgbClr val="B25900"/>
                          </a:solidFill>
                          <a:latin typeface="MingLiU_HKSCS-ExtB"/>
                          <a:cs typeface="MingLiU_HKSCS-ExtB"/>
                        </a:rPr>
                        <a:t>(</a:t>
                      </a:r>
                      <a:r>
                        <a:rPr sz="750" b="1" dirty="0">
                          <a:solidFill>
                            <a:srgbClr val="00AC8C"/>
                          </a:solidFill>
                          <a:latin typeface="Arial"/>
                          <a:cs typeface="Arial"/>
                        </a:rPr>
                        <a:t>int</a:t>
                      </a:r>
                      <a:r>
                        <a:rPr sz="750" b="1" spc="190" dirty="0">
                          <a:solidFill>
                            <a:srgbClr val="00AC8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750" dirty="0">
                          <a:solidFill>
                            <a:srgbClr val="595959"/>
                          </a:solidFill>
                          <a:latin typeface="MingLiU_HKSCS-ExtB"/>
                          <a:cs typeface="MingLiU_HKSCS-ExtB"/>
                        </a:rPr>
                        <a:t>i</a:t>
                      </a:r>
                      <a:r>
                        <a:rPr sz="750" spc="25" dirty="0">
                          <a:solidFill>
                            <a:srgbClr val="595959"/>
                          </a:solidFill>
                          <a:latin typeface="MingLiU_HKSCS-ExtB"/>
                          <a:cs typeface="MingLiU_HKSCS-ExtB"/>
                        </a:rPr>
                        <a:t> </a:t>
                      </a:r>
                      <a:r>
                        <a:rPr sz="750" dirty="0">
                          <a:solidFill>
                            <a:srgbClr val="595959"/>
                          </a:solidFill>
                          <a:latin typeface="MingLiU_HKSCS-ExtB"/>
                          <a:cs typeface="MingLiU_HKSCS-ExtB"/>
                        </a:rPr>
                        <a:t>=</a:t>
                      </a:r>
                      <a:r>
                        <a:rPr sz="750" spc="25" dirty="0">
                          <a:solidFill>
                            <a:srgbClr val="595959"/>
                          </a:solidFill>
                          <a:latin typeface="MingLiU_HKSCS-ExtB"/>
                          <a:cs typeface="MingLiU_HKSCS-ExtB"/>
                        </a:rPr>
                        <a:t> </a:t>
                      </a:r>
                      <a:r>
                        <a:rPr sz="750" dirty="0">
                          <a:solidFill>
                            <a:srgbClr val="595959"/>
                          </a:solidFill>
                          <a:latin typeface="MingLiU_HKSCS-ExtB"/>
                          <a:cs typeface="MingLiU_HKSCS-ExtB"/>
                        </a:rPr>
                        <a:t>0;</a:t>
                      </a:r>
                      <a:r>
                        <a:rPr sz="750" spc="25" dirty="0">
                          <a:solidFill>
                            <a:srgbClr val="595959"/>
                          </a:solidFill>
                          <a:latin typeface="MingLiU_HKSCS-ExtB"/>
                          <a:cs typeface="MingLiU_HKSCS-ExtB"/>
                        </a:rPr>
                        <a:t> </a:t>
                      </a:r>
                      <a:r>
                        <a:rPr sz="750" dirty="0">
                          <a:solidFill>
                            <a:srgbClr val="595959"/>
                          </a:solidFill>
                          <a:latin typeface="MingLiU_HKSCS-ExtB"/>
                          <a:cs typeface="MingLiU_HKSCS-ExtB"/>
                        </a:rPr>
                        <a:t>i</a:t>
                      </a:r>
                      <a:r>
                        <a:rPr sz="750" spc="25" dirty="0">
                          <a:solidFill>
                            <a:srgbClr val="595959"/>
                          </a:solidFill>
                          <a:latin typeface="MingLiU_HKSCS-ExtB"/>
                          <a:cs typeface="MingLiU_HKSCS-ExtB"/>
                        </a:rPr>
                        <a:t> </a:t>
                      </a:r>
                      <a:r>
                        <a:rPr sz="750" dirty="0">
                          <a:solidFill>
                            <a:srgbClr val="595959"/>
                          </a:solidFill>
                          <a:latin typeface="MingLiU_HKSCS-ExtB"/>
                          <a:cs typeface="MingLiU_HKSCS-ExtB"/>
                        </a:rPr>
                        <a:t>&lt;</a:t>
                      </a:r>
                      <a:r>
                        <a:rPr sz="750" spc="25" dirty="0">
                          <a:solidFill>
                            <a:srgbClr val="595959"/>
                          </a:solidFill>
                          <a:latin typeface="MingLiU_HKSCS-ExtB"/>
                          <a:cs typeface="MingLiU_HKSCS-ExtB"/>
                        </a:rPr>
                        <a:t> </a:t>
                      </a:r>
                      <a:r>
                        <a:rPr sz="750" dirty="0">
                          <a:solidFill>
                            <a:srgbClr val="595959"/>
                          </a:solidFill>
                          <a:latin typeface="MingLiU_HKSCS-ExtB"/>
                          <a:cs typeface="MingLiU_HKSCS-ExtB"/>
                        </a:rPr>
                        <a:t>5;</a:t>
                      </a:r>
                      <a:r>
                        <a:rPr sz="750" spc="25" dirty="0">
                          <a:solidFill>
                            <a:srgbClr val="595959"/>
                          </a:solidFill>
                          <a:latin typeface="MingLiU_HKSCS-ExtB"/>
                          <a:cs typeface="MingLiU_HKSCS-ExtB"/>
                        </a:rPr>
                        <a:t> </a:t>
                      </a:r>
                      <a:r>
                        <a:rPr sz="750" dirty="0">
                          <a:solidFill>
                            <a:srgbClr val="595959"/>
                          </a:solidFill>
                          <a:latin typeface="MingLiU_HKSCS-ExtB"/>
                          <a:cs typeface="MingLiU_HKSCS-ExtB"/>
                        </a:rPr>
                        <a:t>i++</a:t>
                      </a:r>
                      <a:r>
                        <a:rPr sz="750" dirty="0">
                          <a:solidFill>
                            <a:srgbClr val="B25900"/>
                          </a:solidFill>
                          <a:latin typeface="MingLiU_HKSCS-ExtB"/>
                          <a:cs typeface="MingLiU_HKSCS-ExtB"/>
                        </a:rPr>
                        <a:t>)</a:t>
                      </a:r>
                      <a:r>
                        <a:rPr sz="750" spc="25" dirty="0">
                          <a:solidFill>
                            <a:srgbClr val="B25900"/>
                          </a:solidFill>
                          <a:latin typeface="MingLiU_HKSCS-ExtB"/>
                          <a:cs typeface="MingLiU_HKSCS-ExtB"/>
                        </a:rPr>
                        <a:t> </a:t>
                      </a:r>
                      <a:r>
                        <a:rPr sz="750" b="1" spc="30" dirty="0">
                          <a:solidFill>
                            <a:srgbClr val="B25900"/>
                          </a:solidFill>
                          <a:latin typeface="Arial"/>
                          <a:cs typeface="Arial"/>
                        </a:rPr>
                        <a:t>{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13030">
                <a:tc>
                  <a:txBody>
                    <a:bodyPr/>
                    <a:lstStyle/>
                    <a:p>
                      <a:pPr marR="45720" algn="ctr">
                        <a:lnSpc>
                          <a:spcPts val="700"/>
                        </a:lnSpc>
                        <a:spcBef>
                          <a:spcPts val="90"/>
                        </a:spcBef>
                      </a:pPr>
                      <a:r>
                        <a:rPr sz="600" spc="-25" dirty="0">
                          <a:solidFill>
                            <a:srgbClr val="666666"/>
                          </a:solidFill>
                          <a:latin typeface="MingLiU_HKSCS-ExtB"/>
                          <a:cs typeface="MingLiU_HKSCS-ExtB"/>
                        </a:rPr>
                        <a:t>11</a:t>
                      </a:r>
                      <a:endParaRPr sz="600">
                        <a:latin typeface="MingLiU_HKSCS-ExtB"/>
                        <a:cs typeface="MingLiU_HKSCS-ExtB"/>
                      </a:endParaRPr>
                    </a:p>
                  </a:txBody>
                  <a:tcPr marL="0" marR="0" marT="1143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4139">
                        <a:lnSpc>
                          <a:spcPts val="790"/>
                        </a:lnSpc>
                      </a:pPr>
                      <a:r>
                        <a:rPr sz="750" spc="-10" dirty="0">
                          <a:solidFill>
                            <a:srgbClr val="595959"/>
                          </a:solidFill>
                          <a:latin typeface="MingLiU_HKSCS-ExtB"/>
                          <a:cs typeface="MingLiU_HKSCS-ExtB"/>
                        </a:rPr>
                        <a:t>System.out.println</a:t>
                      </a:r>
                      <a:r>
                        <a:rPr sz="750" spc="-10" dirty="0">
                          <a:solidFill>
                            <a:srgbClr val="B25900"/>
                          </a:solidFill>
                          <a:latin typeface="MingLiU_HKSCS-ExtB"/>
                          <a:cs typeface="MingLiU_HKSCS-ExtB"/>
                        </a:rPr>
                        <a:t>("Digite</a:t>
                      </a:r>
                      <a:r>
                        <a:rPr sz="750" spc="70" dirty="0">
                          <a:solidFill>
                            <a:srgbClr val="B25900"/>
                          </a:solidFill>
                          <a:latin typeface="MingLiU_HKSCS-ExtB"/>
                          <a:cs typeface="MingLiU_HKSCS-ExtB"/>
                        </a:rPr>
                        <a:t> </a:t>
                      </a:r>
                      <a:r>
                        <a:rPr sz="750" dirty="0">
                          <a:solidFill>
                            <a:srgbClr val="B25900"/>
                          </a:solidFill>
                          <a:latin typeface="MingLiU_HKSCS-ExtB"/>
                          <a:cs typeface="MingLiU_HKSCS-ExtB"/>
                        </a:rPr>
                        <a:t>uma</a:t>
                      </a:r>
                      <a:r>
                        <a:rPr sz="750" spc="70" dirty="0">
                          <a:solidFill>
                            <a:srgbClr val="B25900"/>
                          </a:solidFill>
                          <a:latin typeface="MingLiU_HKSCS-ExtB"/>
                          <a:cs typeface="MingLiU_HKSCS-ExtB"/>
                        </a:rPr>
                        <a:t> </a:t>
                      </a:r>
                      <a:r>
                        <a:rPr sz="750" spc="-10" dirty="0">
                          <a:solidFill>
                            <a:srgbClr val="B25900"/>
                          </a:solidFill>
                          <a:latin typeface="MingLiU_HKSCS-ExtB"/>
                          <a:cs typeface="MingLiU_HKSCS-ExtB"/>
                        </a:rPr>
                        <a:t>nota:")</a:t>
                      </a:r>
                      <a:r>
                        <a:rPr sz="750" spc="-10" dirty="0">
                          <a:solidFill>
                            <a:srgbClr val="595959"/>
                          </a:solidFill>
                          <a:latin typeface="MingLiU_HKSCS-ExtB"/>
                          <a:cs typeface="MingLiU_HKSCS-ExtB"/>
                        </a:rPr>
                        <a:t>;</a:t>
                      </a:r>
                      <a:endParaRPr sz="750">
                        <a:latin typeface="MingLiU_HKSCS-ExtB"/>
                        <a:cs typeface="MingLiU_HKSCS-ExtB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12395">
                <a:tc>
                  <a:txBody>
                    <a:bodyPr/>
                    <a:lstStyle/>
                    <a:p>
                      <a:pPr marR="45720" algn="ctr">
                        <a:lnSpc>
                          <a:spcPts val="695"/>
                        </a:lnSpc>
                        <a:spcBef>
                          <a:spcPts val="95"/>
                        </a:spcBef>
                      </a:pPr>
                      <a:r>
                        <a:rPr sz="600" spc="-25" dirty="0">
                          <a:solidFill>
                            <a:srgbClr val="666666"/>
                          </a:solidFill>
                          <a:latin typeface="MingLiU_HKSCS-ExtB"/>
                          <a:cs typeface="MingLiU_HKSCS-ExtB"/>
                        </a:rPr>
                        <a:t>12</a:t>
                      </a:r>
                      <a:endParaRPr sz="600">
                        <a:latin typeface="MingLiU_HKSCS-ExtB"/>
                        <a:cs typeface="MingLiU_HKSCS-ExtB"/>
                      </a:endParaRPr>
                    </a:p>
                  </a:txBody>
                  <a:tcPr marL="0" marR="0" marT="1206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4139">
                        <a:lnSpc>
                          <a:spcPts val="785"/>
                        </a:lnSpc>
                      </a:pPr>
                      <a:r>
                        <a:rPr sz="750" dirty="0">
                          <a:solidFill>
                            <a:srgbClr val="595959"/>
                          </a:solidFill>
                          <a:latin typeface="MingLiU_HKSCS-ExtB"/>
                          <a:cs typeface="MingLiU_HKSCS-ExtB"/>
                        </a:rPr>
                        <a:t>notas</a:t>
                      </a:r>
                      <a:r>
                        <a:rPr sz="750" dirty="0">
                          <a:solidFill>
                            <a:srgbClr val="B25900"/>
                          </a:solidFill>
                          <a:latin typeface="MingLiU_HKSCS-ExtB"/>
                          <a:cs typeface="MingLiU_HKSCS-ExtB"/>
                        </a:rPr>
                        <a:t>[</a:t>
                      </a:r>
                      <a:r>
                        <a:rPr sz="750" dirty="0">
                          <a:solidFill>
                            <a:srgbClr val="595959"/>
                          </a:solidFill>
                          <a:latin typeface="MingLiU_HKSCS-ExtB"/>
                          <a:cs typeface="MingLiU_HKSCS-ExtB"/>
                        </a:rPr>
                        <a:t>i</a:t>
                      </a:r>
                      <a:r>
                        <a:rPr sz="750" dirty="0">
                          <a:solidFill>
                            <a:srgbClr val="B25900"/>
                          </a:solidFill>
                          <a:latin typeface="MingLiU_HKSCS-ExtB"/>
                          <a:cs typeface="MingLiU_HKSCS-ExtB"/>
                        </a:rPr>
                        <a:t>]</a:t>
                      </a:r>
                      <a:r>
                        <a:rPr sz="750" spc="-25" dirty="0">
                          <a:solidFill>
                            <a:srgbClr val="B25900"/>
                          </a:solidFill>
                          <a:latin typeface="MingLiU_HKSCS-ExtB"/>
                          <a:cs typeface="MingLiU_HKSCS-ExtB"/>
                        </a:rPr>
                        <a:t> </a:t>
                      </a:r>
                      <a:r>
                        <a:rPr sz="750" dirty="0">
                          <a:solidFill>
                            <a:srgbClr val="595959"/>
                          </a:solidFill>
                          <a:latin typeface="MingLiU_HKSCS-ExtB"/>
                          <a:cs typeface="MingLiU_HKSCS-ExtB"/>
                        </a:rPr>
                        <a:t>=</a:t>
                      </a:r>
                      <a:r>
                        <a:rPr sz="750" spc="-20" dirty="0">
                          <a:solidFill>
                            <a:srgbClr val="595959"/>
                          </a:solidFill>
                          <a:latin typeface="MingLiU_HKSCS-ExtB"/>
                          <a:cs typeface="MingLiU_HKSCS-ExtB"/>
                        </a:rPr>
                        <a:t> </a:t>
                      </a:r>
                      <a:r>
                        <a:rPr sz="750" spc="-10" dirty="0">
                          <a:solidFill>
                            <a:srgbClr val="595959"/>
                          </a:solidFill>
                          <a:latin typeface="MingLiU_HKSCS-ExtB"/>
                          <a:cs typeface="MingLiU_HKSCS-ExtB"/>
                        </a:rPr>
                        <a:t>entrada.nextDouble</a:t>
                      </a:r>
                      <a:r>
                        <a:rPr sz="750" spc="-10" dirty="0">
                          <a:solidFill>
                            <a:srgbClr val="B25900"/>
                          </a:solidFill>
                          <a:latin typeface="MingLiU_HKSCS-ExtB"/>
                          <a:cs typeface="MingLiU_HKSCS-ExtB"/>
                        </a:rPr>
                        <a:t>()</a:t>
                      </a:r>
                      <a:r>
                        <a:rPr sz="750" spc="-10" dirty="0">
                          <a:solidFill>
                            <a:srgbClr val="595959"/>
                          </a:solidFill>
                          <a:latin typeface="MingLiU_HKSCS-ExtB"/>
                          <a:cs typeface="MingLiU_HKSCS-ExtB"/>
                        </a:rPr>
                        <a:t>;</a:t>
                      </a:r>
                      <a:endParaRPr sz="750">
                        <a:latin typeface="MingLiU_HKSCS-ExtB"/>
                        <a:cs typeface="MingLiU_HKSCS-ExtB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23189">
                <a:tc>
                  <a:txBody>
                    <a:bodyPr/>
                    <a:lstStyle/>
                    <a:p>
                      <a:pPr marR="45720" algn="ct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600" spc="-25" dirty="0">
                          <a:solidFill>
                            <a:srgbClr val="666666"/>
                          </a:solidFill>
                          <a:latin typeface="MingLiU_HKSCS-ExtB"/>
                          <a:cs typeface="MingLiU_HKSCS-ExtB"/>
                        </a:rPr>
                        <a:t>13</a:t>
                      </a:r>
                      <a:endParaRPr sz="600">
                        <a:latin typeface="MingLiU_HKSCS-ExtB"/>
                        <a:cs typeface="MingLiU_HKSCS-ExtB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8415">
                        <a:lnSpc>
                          <a:spcPts val="855"/>
                        </a:lnSpc>
                      </a:pPr>
                      <a:r>
                        <a:rPr sz="750" b="1" spc="30" dirty="0">
                          <a:solidFill>
                            <a:srgbClr val="B25900"/>
                          </a:solidFill>
                          <a:latin typeface="Arial"/>
                          <a:cs typeface="Arial"/>
                        </a:rPr>
                        <a:t>}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03505">
                <a:tc>
                  <a:txBody>
                    <a:bodyPr/>
                    <a:lstStyle/>
                    <a:p>
                      <a:pPr marR="45720" algn="ctr">
                        <a:lnSpc>
                          <a:spcPts val="690"/>
                        </a:lnSpc>
                        <a:spcBef>
                          <a:spcPts val="25"/>
                        </a:spcBef>
                      </a:pPr>
                      <a:r>
                        <a:rPr sz="600" spc="-25" dirty="0">
                          <a:solidFill>
                            <a:srgbClr val="666666"/>
                          </a:solidFill>
                          <a:latin typeface="MingLiU_HKSCS-ExtB"/>
                          <a:cs typeface="MingLiU_HKSCS-ExtB"/>
                        </a:rPr>
                        <a:t>14</a:t>
                      </a:r>
                      <a:endParaRPr sz="600">
                        <a:latin typeface="MingLiU_HKSCS-ExtB"/>
                        <a:cs typeface="MingLiU_HKSCS-ExtB"/>
                      </a:endParaRPr>
                    </a:p>
                  </a:txBody>
                  <a:tcPr marL="0" marR="0" marT="317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marR="45720" algn="ctr">
                        <a:lnSpc>
                          <a:spcPts val="695"/>
                        </a:lnSpc>
                        <a:spcBef>
                          <a:spcPts val="105"/>
                        </a:spcBef>
                      </a:pPr>
                      <a:r>
                        <a:rPr sz="600" spc="-25" dirty="0">
                          <a:solidFill>
                            <a:srgbClr val="666666"/>
                          </a:solidFill>
                          <a:latin typeface="MingLiU_HKSCS-ExtB"/>
                          <a:cs typeface="MingLiU_HKSCS-ExtB"/>
                        </a:rPr>
                        <a:t>15</a:t>
                      </a:r>
                      <a:endParaRPr sz="600">
                        <a:latin typeface="MingLiU_HKSCS-ExtB"/>
                        <a:cs typeface="MingLiU_HKSCS-ExtB"/>
                      </a:endParaRPr>
                    </a:p>
                  </a:txBody>
                  <a:tcPr marL="0" marR="0" marT="1333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8415">
                        <a:lnSpc>
                          <a:spcPts val="800"/>
                        </a:lnSpc>
                      </a:pPr>
                      <a:r>
                        <a:rPr sz="750" spc="-10" dirty="0">
                          <a:solidFill>
                            <a:srgbClr val="595959"/>
                          </a:solidFill>
                          <a:latin typeface="MingLiU_HKSCS-ExtB"/>
                          <a:cs typeface="MingLiU_HKSCS-ExtB"/>
                        </a:rPr>
                        <a:t>System.out.println</a:t>
                      </a:r>
                      <a:r>
                        <a:rPr sz="750" spc="-10" dirty="0">
                          <a:solidFill>
                            <a:srgbClr val="B25900"/>
                          </a:solidFill>
                          <a:latin typeface="MingLiU_HKSCS-ExtB"/>
                          <a:cs typeface="MingLiU_HKSCS-ExtB"/>
                        </a:rPr>
                        <a:t>("imprimindo</a:t>
                      </a:r>
                      <a:r>
                        <a:rPr sz="750" spc="25" dirty="0">
                          <a:solidFill>
                            <a:srgbClr val="B25900"/>
                          </a:solidFill>
                          <a:latin typeface="MingLiU_HKSCS-ExtB"/>
                          <a:cs typeface="MingLiU_HKSCS-ExtB"/>
                        </a:rPr>
                        <a:t> </a:t>
                      </a:r>
                      <a:r>
                        <a:rPr sz="750" dirty="0">
                          <a:solidFill>
                            <a:srgbClr val="B25900"/>
                          </a:solidFill>
                          <a:latin typeface="MingLiU_HKSCS-ExtB"/>
                          <a:cs typeface="MingLiU_HKSCS-ExtB"/>
                        </a:rPr>
                        <a:t>os</a:t>
                      </a:r>
                      <a:r>
                        <a:rPr sz="750" spc="30" dirty="0">
                          <a:solidFill>
                            <a:srgbClr val="B25900"/>
                          </a:solidFill>
                          <a:latin typeface="MingLiU_HKSCS-ExtB"/>
                          <a:cs typeface="MingLiU_HKSCS-ExtB"/>
                        </a:rPr>
                        <a:t> </a:t>
                      </a:r>
                      <a:r>
                        <a:rPr sz="750" dirty="0">
                          <a:solidFill>
                            <a:srgbClr val="B25900"/>
                          </a:solidFill>
                          <a:latin typeface="MingLiU_HKSCS-ExtB"/>
                          <a:cs typeface="MingLiU_HKSCS-ExtB"/>
                        </a:rPr>
                        <a:t>elementos</a:t>
                      </a:r>
                      <a:r>
                        <a:rPr sz="750" spc="30" dirty="0">
                          <a:solidFill>
                            <a:srgbClr val="B25900"/>
                          </a:solidFill>
                          <a:latin typeface="MingLiU_HKSCS-ExtB"/>
                          <a:cs typeface="MingLiU_HKSCS-ExtB"/>
                        </a:rPr>
                        <a:t> </a:t>
                      </a:r>
                      <a:r>
                        <a:rPr sz="750" dirty="0">
                          <a:solidFill>
                            <a:srgbClr val="B25900"/>
                          </a:solidFill>
                          <a:latin typeface="MingLiU_HKSCS-ExtB"/>
                          <a:cs typeface="MingLiU_HKSCS-ExtB"/>
                        </a:rPr>
                        <a:t>do</a:t>
                      </a:r>
                      <a:r>
                        <a:rPr sz="750" spc="30" dirty="0">
                          <a:solidFill>
                            <a:srgbClr val="B25900"/>
                          </a:solidFill>
                          <a:latin typeface="MingLiU_HKSCS-ExtB"/>
                          <a:cs typeface="MingLiU_HKSCS-ExtB"/>
                        </a:rPr>
                        <a:t> </a:t>
                      </a:r>
                      <a:r>
                        <a:rPr sz="750" spc="-10" dirty="0">
                          <a:solidFill>
                            <a:srgbClr val="B25900"/>
                          </a:solidFill>
                          <a:latin typeface="MingLiU_HKSCS-ExtB"/>
                          <a:cs typeface="MingLiU_HKSCS-ExtB"/>
                        </a:rPr>
                        <a:t>vetor")</a:t>
                      </a:r>
                      <a:r>
                        <a:rPr sz="750" spc="-10" dirty="0">
                          <a:solidFill>
                            <a:srgbClr val="595959"/>
                          </a:solidFill>
                          <a:latin typeface="MingLiU_HKSCS-ExtB"/>
                          <a:cs typeface="MingLiU_HKSCS-ExtB"/>
                        </a:rPr>
                        <a:t>;</a:t>
                      </a:r>
                      <a:endParaRPr sz="750">
                        <a:latin typeface="MingLiU_HKSCS-ExtB"/>
                        <a:cs typeface="MingLiU_HKSCS-ExtB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15570">
                <a:tc>
                  <a:txBody>
                    <a:bodyPr/>
                    <a:lstStyle/>
                    <a:p>
                      <a:pPr marR="45720" algn="ctr">
                        <a:lnSpc>
                          <a:spcPts val="705"/>
                        </a:lnSpc>
                        <a:spcBef>
                          <a:spcPts val="100"/>
                        </a:spcBef>
                      </a:pPr>
                      <a:r>
                        <a:rPr sz="600" spc="-25" dirty="0">
                          <a:solidFill>
                            <a:srgbClr val="666666"/>
                          </a:solidFill>
                          <a:latin typeface="MingLiU_HKSCS-ExtB"/>
                          <a:cs typeface="MingLiU_HKSCS-ExtB"/>
                        </a:rPr>
                        <a:t>16</a:t>
                      </a:r>
                      <a:endParaRPr sz="600">
                        <a:latin typeface="MingLiU_HKSCS-ExtB"/>
                        <a:cs typeface="MingLiU_HKSCS-ExtB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8415">
                        <a:lnSpc>
                          <a:spcPts val="810"/>
                        </a:lnSpc>
                      </a:pPr>
                      <a:r>
                        <a:rPr sz="750" b="1" dirty="0">
                          <a:solidFill>
                            <a:srgbClr val="00AC8C"/>
                          </a:solidFill>
                          <a:latin typeface="Arial"/>
                          <a:cs typeface="Arial"/>
                        </a:rPr>
                        <a:t>for</a:t>
                      </a:r>
                      <a:r>
                        <a:rPr sz="750" b="1" spc="195" dirty="0">
                          <a:solidFill>
                            <a:srgbClr val="00AC8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750" dirty="0">
                          <a:solidFill>
                            <a:srgbClr val="B25900"/>
                          </a:solidFill>
                          <a:latin typeface="MingLiU_HKSCS-ExtB"/>
                          <a:cs typeface="MingLiU_HKSCS-ExtB"/>
                        </a:rPr>
                        <a:t>(</a:t>
                      </a:r>
                      <a:r>
                        <a:rPr sz="750" b="1" dirty="0">
                          <a:solidFill>
                            <a:srgbClr val="00AC8C"/>
                          </a:solidFill>
                          <a:latin typeface="Arial"/>
                          <a:cs typeface="Arial"/>
                        </a:rPr>
                        <a:t>int</a:t>
                      </a:r>
                      <a:r>
                        <a:rPr sz="750" b="1" spc="190" dirty="0">
                          <a:solidFill>
                            <a:srgbClr val="00AC8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750" dirty="0">
                          <a:solidFill>
                            <a:srgbClr val="595959"/>
                          </a:solidFill>
                          <a:latin typeface="MingLiU_HKSCS-ExtB"/>
                          <a:cs typeface="MingLiU_HKSCS-ExtB"/>
                        </a:rPr>
                        <a:t>i</a:t>
                      </a:r>
                      <a:r>
                        <a:rPr sz="750" spc="25" dirty="0">
                          <a:solidFill>
                            <a:srgbClr val="595959"/>
                          </a:solidFill>
                          <a:latin typeface="MingLiU_HKSCS-ExtB"/>
                          <a:cs typeface="MingLiU_HKSCS-ExtB"/>
                        </a:rPr>
                        <a:t> </a:t>
                      </a:r>
                      <a:r>
                        <a:rPr sz="750" dirty="0">
                          <a:solidFill>
                            <a:srgbClr val="595959"/>
                          </a:solidFill>
                          <a:latin typeface="MingLiU_HKSCS-ExtB"/>
                          <a:cs typeface="MingLiU_HKSCS-ExtB"/>
                        </a:rPr>
                        <a:t>=</a:t>
                      </a:r>
                      <a:r>
                        <a:rPr sz="750" spc="25" dirty="0">
                          <a:solidFill>
                            <a:srgbClr val="595959"/>
                          </a:solidFill>
                          <a:latin typeface="MingLiU_HKSCS-ExtB"/>
                          <a:cs typeface="MingLiU_HKSCS-ExtB"/>
                        </a:rPr>
                        <a:t> </a:t>
                      </a:r>
                      <a:r>
                        <a:rPr sz="750" dirty="0">
                          <a:solidFill>
                            <a:srgbClr val="595959"/>
                          </a:solidFill>
                          <a:latin typeface="MingLiU_HKSCS-ExtB"/>
                          <a:cs typeface="MingLiU_HKSCS-ExtB"/>
                        </a:rPr>
                        <a:t>0;</a:t>
                      </a:r>
                      <a:r>
                        <a:rPr sz="750" spc="25" dirty="0">
                          <a:solidFill>
                            <a:srgbClr val="595959"/>
                          </a:solidFill>
                          <a:latin typeface="MingLiU_HKSCS-ExtB"/>
                          <a:cs typeface="MingLiU_HKSCS-ExtB"/>
                        </a:rPr>
                        <a:t> </a:t>
                      </a:r>
                      <a:r>
                        <a:rPr sz="750" dirty="0">
                          <a:solidFill>
                            <a:srgbClr val="595959"/>
                          </a:solidFill>
                          <a:latin typeface="MingLiU_HKSCS-ExtB"/>
                          <a:cs typeface="MingLiU_HKSCS-ExtB"/>
                        </a:rPr>
                        <a:t>i</a:t>
                      </a:r>
                      <a:r>
                        <a:rPr sz="750" spc="25" dirty="0">
                          <a:solidFill>
                            <a:srgbClr val="595959"/>
                          </a:solidFill>
                          <a:latin typeface="MingLiU_HKSCS-ExtB"/>
                          <a:cs typeface="MingLiU_HKSCS-ExtB"/>
                        </a:rPr>
                        <a:t> </a:t>
                      </a:r>
                      <a:r>
                        <a:rPr sz="750" dirty="0">
                          <a:solidFill>
                            <a:srgbClr val="595959"/>
                          </a:solidFill>
                          <a:latin typeface="MingLiU_HKSCS-ExtB"/>
                          <a:cs typeface="MingLiU_HKSCS-ExtB"/>
                        </a:rPr>
                        <a:t>&lt;</a:t>
                      </a:r>
                      <a:r>
                        <a:rPr sz="750" spc="25" dirty="0">
                          <a:solidFill>
                            <a:srgbClr val="595959"/>
                          </a:solidFill>
                          <a:latin typeface="MingLiU_HKSCS-ExtB"/>
                          <a:cs typeface="MingLiU_HKSCS-ExtB"/>
                        </a:rPr>
                        <a:t> </a:t>
                      </a:r>
                      <a:r>
                        <a:rPr sz="750" dirty="0">
                          <a:solidFill>
                            <a:srgbClr val="595959"/>
                          </a:solidFill>
                          <a:latin typeface="MingLiU_HKSCS-ExtB"/>
                          <a:cs typeface="MingLiU_HKSCS-ExtB"/>
                        </a:rPr>
                        <a:t>5;</a:t>
                      </a:r>
                      <a:r>
                        <a:rPr sz="750" spc="25" dirty="0">
                          <a:solidFill>
                            <a:srgbClr val="595959"/>
                          </a:solidFill>
                          <a:latin typeface="MingLiU_HKSCS-ExtB"/>
                          <a:cs typeface="MingLiU_HKSCS-ExtB"/>
                        </a:rPr>
                        <a:t> </a:t>
                      </a:r>
                      <a:r>
                        <a:rPr sz="750" dirty="0">
                          <a:solidFill>
                            <a:srgbClr val="595959"/>
                          </a:solidFill>
                          <a:latin typeface="MingLiU_HKSCS-ExtB"/>
                          <a:cs typeface="MingLiU_HKSCS-ExtB"/>
                        </a:rPr>
                        <a:t>i++</a:t>
                      </a:r>
                      <a:r>
                        <a:rPr sz="750" dirty="0">
                          <a:solidFill>
                            <a:srgbClr val="B25900"/>
                          </a:solidFill>
                          <a:latin typeface="MingLiU_HKSCS-ExtB"/>
                          <a:cs typeface="MingLiU_HKSCS-ExtB"/>
                        </a:rPr>
                        <a:t>)</a:t>
                      </a:r>
                      <a:r>
                        <a:rPr sz="750" spc="25" dirty="0">
                          <a:solidFill>
                            <a:srgbClr val="B25900"/>
                          </a:solidFill>
                          <a:latin typeface="MingLiU_HKSCS-ExtB"/>
                          <a:cs typeface="MingLiU_HKSCS-ExtB"/>
                        </a:rPr>
                        <a:t> </a:t>
                      </a:r>
                      <a:r>
                        <a:rPr sz="750" b="1" spc="30" dirty="0">
                          <a:solidFill>
                            <a:srgbClr val="B25900"/>
                          </a:solidFill>
                          <a:latin typeface="Arial"/>
                          <a:cs typeface="Arial"/>
                        </a:rPr>
                        <a:t>{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11760">
                <a:tc>
                  <a:txBody>
                    <a:bodyPr/>
                    <a:lstStyle/>
                    <a:p>
                      <a:pPr marR="45720" algn="ctr">
                        <a:lnSpc>
                          <a:spcPts val="695"/>
                        </a:lnSpc>
                        <a:spcBef>
                          <a:spcPts val="90"/>
                        </a:spcBef>
                      </a:pPr>
                      <a:r>
                        <a:rPr sz="600" spc="-25" dirty="0">
                          <a:solidFill>
                            <a:srgbClr val="666666"/>
                          </a:solidFill>
                          <a:latin typeface="MingLiU_HKSCS-ExtB"/>
                          <a:cs typeface="MingLiU_HKSCS-ExtB"/>
                        </a:rPr>
                        <a:t>17</a:t>
                      </a:r>
                      <a:endParaRPr sz="600">
                        <a:latin typeface="MingLiU_HKSCS-ExtB"/>
                        <a:cs typeface="MingLiU_HKSCS-ExtB"/>
                      </a:endParaRPr>
                    </a:p>
                  </a:txBody>
                  <a:tcPr marL="0" marR="0" marT="1143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4139">
                        <a:lnSpc>
                          <a:spcPts val="780"/>
                        </a:lnSpc>
                      </a:pPr>
                      <a:r>
                        <a:rPr sz="750" spc="-10" dirty="0">
                          <a:solidFill>
                            <a:srgbClr val="595959"/>
                          </a:solidFill>
                          <a:latin typeface="MingLiU_HKSCS-ExtB"/>
                          <a:cs typeface="MingLiU_HKSCS-ExtB"/>
                        </a:rPr>
                        <a:t>System.out.println</a:t>
                      </a:r>
                      <a:r>
                        <a:rPr sz="750" spc="-10" dirty="0">
                          <a:solidFill>
                            <a:srgbClr val="B25900"/>
                          </a:solidFill>
                          <a:latin typeface="MingLiU_HKSCS-ExtB"/>
                          <a:cs typeface="MingLiU_HKSCS-ExtB"/>
                        </a:rPr>
                        <a:t>(</a:t>
                      </a:r>
                      <a:r>
                        <a:rPr sz="750" spc="-10" dirty="0">
                          <a:solidFill>
                            <a:srgbClr val="595959"/>
                          </a:solidFill>
                          <a:latin typeface="MingLiU_HKSCS-ExtB"/>
                          <a:cs typeface="MingLiU_HKSCS-ExtB"/>
                        </a:rPr>
                        <a:t>notas</a:t>
                      </a:r>
                      <a:r>
                        <a:rPr sz="750" spc="-10" dirty="0">
                          <a:solidFill>
                            <a:srgbClr val="B25900"/>
                          </a:solidFill>
                          <a:latin typeface="MingLiU_HKSCS-ExtB"/>
                          <a:cs typeface="MingLiU_HKSCS-ExtB"/>
                        </a:rPr>
                        <a:t>[</a:t>
                      </a:r>
                      <a:r>
                        <a:rPr sz="750" spc="-10" dirty="0">
                          <a:solidFill>
                            <a:srgbClr val="595959"/>
                          </a:solidFill>
                          <a:latin typeface="MingLiU_HKSCS-ExtB"/>
                          <a:cs typeface="MingLiU_HKSCS-ExtB"/>
                        </a:rPr>
                        <a:t>i</a:t>
                      </a:r>
                      <a:r>
                        <a:rPr sz="750" spc="-10" dirty="0">
                          <a:solidFill>
                            <a:srgbClr val="B25900"/>
                          </a:solidFill>
                          <a:latin typeface="MingLiU_HKSCS-ExtB"/>
                          <a:cs typeface="MingLiU_HKSCS-ExtB"/>
                        </a:rPr>
                        <a:t>])</a:t>
                      </a:r>
                      <a:r>
                        <a:rPr sz="750" spc="-10" dirty="0">
                          <a:solidFill>
                            <a:srgbClr val="595959"/>
                          </a:solidFill>
                          <a:latin typeface="MingLiU_HKSCS-ExtB"/>
                          <a:cs typeface="MingLiU_HKSCS-ExtB"/>
                        </a:rPr>
                        <a:t>;</a:t>
                      </a:r>
                      <a:endParaRPr sz="750">
                        <a:latin typeface="MingLiU_HKSCS-ExtB"/>
                        <a:cs typeface="MingLiU_HKSCS-ExtB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23189">
                <a:tc>
                  <a:txBody>
                    <a:bodyPr/>
                    <a:lstStyle/>
                    <a:p>
                      <a:pPr marR="45720" algn="ct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600" spc="-25" dirty="0">
                          <a:solidFill>
                            <a:srgbClr val="666666"/>
                          </a:solidFill>
                          <a:latin typeface="MingLiU_HKSCS-ExtB"/>
                          <a:cs typeface="MingLiU_HKSCS-ExtB"/>
                        </a:rPr>
                        <a:t>18</a:t>
                      </a:r>
                      <a:endParaRPr sz="600">
                        <a:latin typeface="MingLiU_HKSCS-ExtB"/>
                        <a:cs typeface="MingLiU_HKSCS-ExtB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8415">
                        <a:lnSpc>
                          <a:spcPts val="855"/>
                        </a:lnSpc>
                      </a:pPr>
                      <a:r>
                        <a:rPr sz="750" b="1" spc="30" dirty="0">
                          <a:solidFill>
                            <a:srgbClr val="B25900"/>
                          </a:solidFill>
                          <a:latin typeface="Arial"/>
                          <a:cs typeface="Arial"/>
                        </a:rPr>
                        <a:t>}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03505">
                <a:tc>
                  <a:txBody>
                    <a:bodyPr/>
                    <a:lstStyle/>
                    <a:p>
                      <a:pPr marR="45720" algn="ctr">
                        <a:lnSpc>
                          <a:spcPts val="690"/>
                        </a:lnSpc>
                        <a:spcBef>
                          <a:spcPts val="25"/>
                        </a:spcBef>
                      </a:pPr>
                      <a:r>
                        <a:rPr sz="600" spc="-25" dirty="0">
                          <a:solidFill>
                            <a:srgbClr val="666666"/>
                          </a:solidFill>
                          <a:latin typeface="MingLiU_HKSCS-ExtB"/>
                          <a:cs typeface="MingLiU_HKSCS-ExtB"/>
                        </a:rPr>
                        <a:t>19</a:t>
                      </a:r>
                      <a:endParaRPr sz="600">
                        <a:latin typeface="MingLiU_HKSCS-ExtB"/>
                        <a:cs typeface="MingLiU_HKSCS-ExtB"/>
                      </a:endParaRPr>
                    </a:p>
                  </a:txBody>
                  <a:tcPr marL="0" marR="0" marT="317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marR="45720" algn="ctr">
                        <a:lnSpc>
                          <a:spcPts val="695"/>
                        </a:lnSpc>
                        <a:spcBef>
                          <a:spcPts val="105"/>
                        </a:spcBef>
                      </a:pPr>
                      <a:r>
                        <a:rPr sz="600" spc="-25" dirty="0">
                          <a:solidFill>
                            <a:srgbClr val="666666"/>
                          </a:solidFill>
                          <a:latin typeface="MingLiU_HKSCS-ExtB"/>
                          <a:cs typeface="MingLiU_HKSCS-ExtB"/>
                        </a:rPr>
                        <a:t>20</a:t>
                      </a:r>
                      <a:endParaRPr sz="600">
                        <a:latin typeface="MingLiU_HKSCS-ExtB"/>
                        <a:cs typeface="MingLiU_HKSCS-ExtB"/>
                      </a:endParaRPr>
                    </a:p>
                  </a:txBody>
                  <a:tcPr marL="0" marR="0" marT="1333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8415">
                        <a:lnSpc>
                          <a:spcPts val="800"/>
                        </a:lnSpc>
                      </a:pPr>
                      <a:r>
                        <a:rPr sz="750" spc="-10" dirty="0">
                          <a:solidFill>
                            <a:srgbClr val="595959"/>
                          </a:solidFill>
                          <a:latin typeface="MingLiU_HKSCS-ExtB"/>
                          <a:cs typeface="MingLiU_HKSCS-ExtB"/>
                        </a:rPr>
                        <a:t>entrada.close</a:t>
                      </a:r>
                      <a:r>
                        <a:rPr sz="750" spc="-10" dirty="0">
                          <a:solidFill>
                            <a:srgbClr val="B25900"/>
                          </a:solidFill>
                          <a:latin typeface="MingLiU_HKSCS-ExtB"/>
                          <a:cs typeface="MingLiU_HKSCS-ExtB"/>
                        </a:rPr>
                        <a:t>()</a:t>
                      </a:r>
                      <a:r>
                        <a:rPr sz="750" spc="-10" dirty="0">
                          <a:solidFill>
                            <a:srgbClr val="595959"/>
                          </a:solidFill>
                          <a:latin typeface="MingLiU_HKSCS-ExtB"/>
                          <a:cs typeface="MingLiU_HKSCS-ExtB"/>
                        </a:rPr>
                        <a:t>;</a:t>
                      </a:r>
                      <a:endParaRPr sz="750">
                        <a:latin typeface="MingLiU_HKSCS-ExtB"/>
                        <a:cs typeface="MingLiU_HKSCS-ExtB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20979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600" spc="-25" dirty="0">
                          <a:solidFill>
                            <a:srgbClr val="666666"/>
                          </a:solidFill>
                          <a:latin typeface="MingLiU_HKSCS-ExtB"/>
                          <a:cs typeface="MingLiU_HKSCS-ExtB"/>
                        </a:rPr>
                        <a:t>21</a:t>
                      </a:r>
                      <a:endParaRPr sz="600">
                        <a:latin typeface="MingLiU_HKSCS-ExtB"/>
                        <a:cs typeface="MingLiU_HKSCS-ExtB"/>
                      </a:endParaRPr>
                    </a:p>
                    <a:p>
                      <a:pPr marL="31750">
                        <a:lnSpc>
                          <a:spcPts val="790"/>
                        </a:lnSpc>
                        <a:spcBef>
                          <a:spcPts val="30"/>
                        </a:spcBef>
                      </a:pPr>
                      <a:r>
                        <a:rPr sz="600" spc="-10" dirty="0">
                          <a:solidFill>
                            <a:srgbClr val="666666"/>
                          </a:solidFill>
                          <a:latin typeface="MingLiU_HKSCS-ExtB"/>
                          <a:cs typeface="MingLiU_HKSCS-ExtB"/>
                        </a:rPr>
                        <a:t>22</a:t>
                      </a:r>
                      <a:r>
                        <a:rPr sz="600" spc="-145" dirty="0">
                          <a:solidFill>
                            <a:srgbClr val="666666"/>
                          </a:solidFill>
                          <a:latin typeface="MingLiU_HKSCS-ExtB"/>
                          <a:cs typeface="MingLiU_HKSCS-ExtB"/>
                        </a:rPr>
                        <a:t> </a:t>
                      </a:r>
                      <a:r>
                        <a:rPr sz="750" b="1" spc="20" dirty="0">
                          <a:solidFill>
                            <a:srgbClr val="B25900"/>
                          </a:solidFill>
                          <a:latin typeface="Arial"/>
                          <a:cs typeface="Arial"/>
                        </a:rPr>
                        <a:t>}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 marL="18415">
                        <a:lnSpc>
                          <a:spcPts val="855"/>
                        </a:lnSpc>
                      </a:pPr>
                      <a:r>
                        <a:rPr sz="750" b="1" spc="30" dirty="0">
                          <a:solidFill>
                            <a:srgbClr val="B25900"/>
                          </a:solidFill>
                          <a:latin typeface="Arial"/>
                          <a:cs typeface="Arial"/>
                        </a:rPr>
                        <a:t>}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5" name="object 5"/>
          <p:cNvSpPr/>
          <p:nvPr/>
        </p:nvSpPr>
        <p:spPr>
          <a:xfrm>
            <a:off x="0" y="3202038"/>
            <a:ext cx="5760085" cy="38100"/>
          </a:xfrm>
          <a:custGeom>
            <a:avLst/>
            <a:gdLst/>
            <a:ahLst/>
            <a:cxnLst/>
            <a:rect l="l" t="t" r="r" b="b"/>
            <a:pathLst>
              <a:path w="5760085" h="38100">
                <a:moveTo>
                  <a:pt x="5759996" y="0"/>
                </a:moveTo>
                <a:lnTo>
                  <a:pt x="0" y="0"/>
                </a:lnTo>
                <a:lnTo>
                  <a:pt x="0" y="37960"/>
                </a:lnTo>
                <a:lnTo>
                  <a:pt x="5759996" y="37960"/>
                </a:lnTo>
                <a:lnTo>
                  <a:pt x="5759996" y="0"/>
                </a:lnTo>
                <a:close/>
              </a:path>
            </a:pathLst>
          </a:custGeom>
          <a:solidFill>
            <a:srgbClr val="00AC8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fld id="{81D60167-4931-47E6-BA6A-407CBD079E47}" type="slidenum">
              <a:rPr spc="-25" dirty="0"/>
              <a:t>15</a:t>
            </a:fld>
            <a:endParaRPr spc="-25" dirty="0"/>
          </a:p>
        </p:txBody>
      </p:sp>
    </p:spTree>
  </p:cSld>
  <p:clrMapOvr>
    <a:masterClrMapping/>
  </p:clrMapOvr>
  <p:transition>
    <p:cut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57785">
              <a:lnSpc>
                <a:spcPct val="100000"/>
              </a:lnSpc>
              <a:spcBef>
                <a:spcPts val="135"/>
              </a:spcBef>
            </a:pPr>
            <a:r>
              <a:rPr dirty="0"/>
              <a:t>Exercício</a:t>
            </a:r>
            <a:r>
              <a:rPr spc="345" dirty="0"/>
              <a:t> </a:t>
            </a:r>
            <a:r>
              <a:rPr spc="-60" dirty="0"/>
              <a:t>1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1292" y="504748"/>
            <a:ext cx="3141345" cy="815975"/>
          </a:xfrm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pPr marL="166370" indent="-153670">
              <a:lnSpc>
                <a:spcPct val="100000"/>
              </a:lnSpc>
              <a:spcBef>
                <a:spcPts val="725"/>
              </a:spcBef>
              <a:buClr>
                <a:srgbClr val="00AC8C"/>
              </a:buClr>
              <a:buFont typeface="Arial MT"/>
              <a:buChar char="•"/>
              <a:tabLst>
                <a:tab pos="166370" algn="l"/>
              </a:tabLst>
            </a:pPr>
            <a:r>
              <a:rPr sz="1400" b="1" spc="-40" dirty="0">
                <a:latin typeface="Tahoma"/>
                <a:cs typeface="Tahoma"/>
              </a:rPr>
              <a:t>Leia</a:t>
            </a:r>
            <a:r>
              <a:rPr sz="1400" b="1" spc="-35" dirty="0">
                <a:latin typeface="Tahoma"/>
                <a:cs typeface="Tahoma"/>
              </a:rPr>
              <a:t> </a:t>
            </a:r>
            <a:r>
              <a:rPr sz="1400" b="1" spc="-160" dirty="0">
                <a:latin typeface="Tahoma"/>
                <a:cs typeface="Tahoma"/>
              </a:rPr>
              <a:t>10</a:t>
            </a:r>
            <a:r>
              <a:rPr sz="1400" b="1" spc="-30" dirty="0">
                <a:latin typeface="Tahoma"/>
                <a:cs typeface="Tahoma"/>
              </a:rPr>
              <a:t> </a:t>
            </a:r>
            <a:r>
              <a:rPr sz="1400" b="1" spc="-75" dirty="0">
                <a:latin typeface="Tahoma"/>
                <a:cs typeface="Tahoma"/>
              </a:rPr>
              <a:t>números</a:t>
            </a:r>
            <a:r>
              <a:rPr sz="1400" b="1" spc="-30" dirty="0">
                <a:latin typeface="Tahoma"/>
                <a:cs typeface="Tahoma"/>
              </a:rPr>
              <a:t> </a:t>
            </a:r>
            <a:r>
              <a:rPr sz="1400" b="1" spc="-55" dirty="0">
                <a:latin typeface="Tahoma"/>
                <a:cs typeface="Tahoma"/>
              </a:rPr>
              <a:t>inteiros</a:t>
            </a:r>
            <a:r>
              <a:rPr sz="1400" b="1" spc="-30" dirty="0">
                <a:latin typeface="Tahoma"/>
                <a:cs typeface="Tahoma"/>
              </a:rPr>
              <a:t> </a:t>
            </a:r>
            <a:r>
              <a:rPr sz="1400" b="1" spc="-45" dirty="0">
                <a:latin typeface="Tahoma"/>
                <a:cs typeface="Tahoma"/>
              </a:rPr>
              <a:t>do</a:t>
            </a:r>
            <a:r>
              <a:rPr sz="1400" b="1" spc="-35" dirty="0">
                <a:latin typeface="Tahoma"/>
                <a:cs typeface="Tahoma"/>
              </a:rPr>
              <a:t> </a:t>
            </a:r>
            <a:r>
              <a:rPr sz="1400" b="1" spc="-40" dirty="0">
                <a:latin typeface="Tahoma"/>
                <a:cs typeface="Tahoma"/>
              </a:rPr>
              <a:t>usuário</a:t>
            </a:r>
            <a:endParaRPr sz="1400">
              <a:latin typeface="Tahoma"/>
              <a:cs typeface="Tahoma"/>
            </a:endParaRPr>
          </a:p>
          <a:p>
            <a:pPr marL="313690" lvl="1" indent="-157480">
              <a:lnSpc>
                <a:spcPct val="100000"/>
              </a:lnSpc>
              <a:spcBef>
                <a:spcPts val="500"/>
              </a:spcBef>
              <a:buClr>
                <a:srgbClr val="00AC8C"/>
              </a:buClr>
              <a:buChar char="–"/>
              <a:tabLst>
                <a:tab pos="313690" algn="l"/>
              </a:tabLst>
            </a:pPr>
            <a:r>
              <a:rPr sz="1200" spc="-75" dirty="0">
                <a:latin typeface="Arial MT"/>
                <a:cs typeface="Arial MT"/>
              </a:rPr>
              <a:t>armazena-</a:t>
            </a:r>
            <a:r>
              <a:rPr sz="1200" spc="-70" dirty="0">
                <a:latin typeface="Arial MT"/>
                <a:cs typeface="Arial MT"/>
              </a:rPr>
              <a:t>as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spc="-90" dirty="0">
                <a:latin typeface="Arial MT"/>
                <a:cs typeface="Arial MT"/>
              </a:rPr>
              <a:t>em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spc="-20" dirty="0">
                <a:latin typeface="Arial MT"/>
                <a:cs typeface="Arial MT"/>
              </a:rPr>
              <a:t>um </a:t>
            </a:r>
            <a:r>
              <a:rPr sz="1200" spc="-10" dirty="0">
                <a:latin typeface="Arial MT"/>
                <a:cs typeface="Arial MT"/>
              </a:rPr>
              <a:t>vetor;</a:t>
            </a:r>
            <a:endParaRPr sz="1200">
              <a:latin typeface="Arial MT"/>
              <a:cs typeface="Arial MT"/>
            </a:endParaRPr>
          </a:p>
          <a:p>
            <a:pPr marL="313690" lvl="1" indent="-157480">
              <a:lnSpc>
                <a:spcPct val="100000"/>
              </a:lnSpc>
              <a:spcBef>
                <a:spcPts val="535"/>
              </a:spcBef>
              <a:buClr>
                <a:srgbClr val="00AC8C"/>
              </a:buClr>
              <a:buChar char="–"/>
              <a:tabLst>
                <a:tab pos="313690" algn="l"/>
              </a:tabLst>
            </a:pPr>
            <a:r>
              <a:rPr sz="1200" spc="-135" dirty="0">
                <a:latin typeface="Arial MT"/>
                <a:cs typeface="Arial MT"/>
              </a:rPr>
              <a:t>e</a:t>
            </a:r>
            <a:r>
              <a:rPr sz="1200" spc="-35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imprima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spc="-110" dirty="0">
                <a:latin typeface="Arial MT"/>
                <a:cs typeface="Arial MT"/>
              </a:rPr>
              <a:t>os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spc="-60" dirty="0">
                <a:latin typeface="Arial MT"/>
                <a:cs typeface="Arial MT"/>
              </a:rPr>
              <a:t>números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lidos: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1932" y="1396779"/>
            <a:ext cx="1793875" cy="441325"/>
          </a:xfrm>
          <a:prstGeom prst="rect">
            <a:avLst/>
          </a:prstGeom>
        </p:spPr>
        <p:txBody>
          <a:bodyPr vert="horz" wrap="square" lIns="0" tIns="3301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9"/>
              </a:spcBef>
            </a:pPr>
            <a:r>
              <a:rPr sz="500" dirty="0">
                <a:solidFill>
                  <a:srgbClr val="666666"/>
                </a:solidFill>
                <a:latin typeface="MingLiU_HKSCS-ExtB"/>
                <a:cs typeface="MingLiU_HKSCS-ExtB"/>
              </a:rPr>
              <a:t>1</a:t>
            </a:r>
            <a:r>
              <a:rPr sz="500" spc="-125" dirty="0">
                <a:solidFill>
                  <a:srgbClr val="666666"/>
                </a:solidFill>
                <a:latin typeface="MingLiU_HKSCS-ExtB"/>
                <a:cs typeface="MingLiU_HKSCS-ExtB"/>
              </a:rPr>
              <a:t> </a:t>
            </a:r>
            <a:r>
              <a:rPr sz="650" b="1" dirty="0">
                <a:solidFill>
                  <a:srgbClr val="00AC8C"/>
                </a:solidFill>
                <a:latin typeface="Arial"/>
                <a:cs typeface="Arial"/>
              </a:rPr>
              <a:t>import</a:t>
            </a:r>
            <a:r>
              <a:rPr sz="650" b="1" spc="60" dirty="0">
                <a:solidFill>
                  <a:srgbClr val="00AC8C"/>
                </a:solidFill>
                <a:latin typeface="Arial"/>
                <a:cs typeface="Arial"/>
              </a:rPr>
              <a:t> </a:t>
            </a:r>
            <a:r>
              <a:rPr sz="650" spc="-10" dirty="0">
                <a:solidFill>
                  <a:srgbClr val="595959"/>
                </a:solidFill>
                <a:latin typeface="MingLiU_HKSCS-ExtB"/>
                <a:cs typeface="MingLiU_HKSCS-ExtB"/>
              </a:rPr>
              <a:t>java.util.Scanner;</a:t>
            </a:r>
            <a:endParaRPr sz="650">
              <a:latin typeface="MingLiU_HKSCS-ExtB"/>
              <a:cs typeface="MingLiU_HKSCS-ExtB"/>
            </a:endParaRPr>
          </a:p>
          <a:p>
            <a:pPr marL="12700">
              <a:lnSpc>
                <a:spcPct val="100000"/>
              </a:lnSpc>
              <a:spcBef>
                <a:spcPts val="145"/>
              </a:spcBef>
            </a:pPr>
            <a:r>
              <a:rPr sz="500" spc="-50" dirty="0">
                <a:solidFill>
                  <a:srgbClr val="666666"/>
                </a:solidFill>
                <a:latin typeface="MingLiU_HKSCS-ExtB"/>
                <a:cs typeface="MingLiU_HKSCS-ExtB"/>
              </a:rPr>
              <a:t>2</a:t>
            </a:r>
            <a:endParaRPr sz="500">
              <a:latin typeface="MingLiU_HKSCS-ExtB"/>
              <a:cs typeface="MingLiU_HKSCS-ExtB"/>
            </a:endParaRPr>
          </a:p>
          <a:p>
            <a:pPr marL="12700">
              <a:lnSpc>
                <a:spcPts val="780"/>
              </a:lnSpc>
              <a:spcBef>
                <a:spcPts val="25"/>
              </a:spcBef>
            </a:pPr>
            <a:r>
              <a:rPr sz="500" dirty="0">
                <a:solidFill>
                  <a:srgbClr val="666666"/>
                </a:solidFill>
                <a:latin typeface="MingLiU_HKSCS-ExtB"/>
                <a:cs typeface="MingLiU_HKSCS-ExtB"/>
              </a:rPr>
              <a:t>3</a:t>
            </a:r>
            <a:r>
              <a:rPr sz="500" spc="-125" dirty="0">
                <a:solidFill>
                  <a:srgbClr val="666666"/>
                </a:solidFill>
                <a:latin typeface="MingLiU_HKSCS-ExtB"/>
                <a:cs typeface="MingLiU_HKSCS-ExtB"/>
              </a:rPr>
              <a:t> </a:t>
            </a:r>
            <a:r>
              <a:rPr sz="650" b="1" dirty="0">
                <a:solidFill>
                  <a:srgbClr val="00AC8C"/>
                </a:solidFill>
                <a:latin typeface="Arial"/>
                <a:cs typeface="Arial"/>
              </a:rPr>
              <a:t>public</a:t>
            </a:r>
            <a:r>
              <a:rPr sz="650" b="1" spc="125" dirty="0">
                <a:solidFill>
                  <a:srgbClr val="00AC8C"/>
                </a:solidFill>
                <a:latin typeface="Arial"/>
                <a:cs typeface="Arial"/>
              </a:rPr>
              <a:t> </a:t>
            </a:r>
            <a:r>
              <a:rPr sz="650" b="1" dirty="0">
                <a:solidFill>
                  <a:srgbClr val="00AC8C"/>
                </a:solidFill>
                <a:latin typeface="Arial"/>
                <a:cs typeface="Arial"/>
              </a:rPr>
              <a:t>class</a:t>
            </a:r>
            <a:r>
              <a:rPr sz="650" b="1" spc="130" dirty="0">
                <a:solidFill>
                  <a:srgbClr val="00AC8C"/>
                </a:solidFill>
                <a:latin typeface="Arial"/>
                <a:cs typeface="Arial"/>
              </a:rPr>
              <a:t> </a:t>
            </a:r>
            <a:r>
              <a:rPr sz="650" dirty="0">
                <a:solidFill>
                  <a:srgbClr val="595959"/>
                </a:solidFill>
                <a:latin typeface="MingLiU_HKSCS-ExtB"/>
                <a:cs typeface="MingLiU_HKSCS-ExtB"/>
              </a:rPr>
              <a:t>Exemplo1</a:t>
            </a:r>
            <a:r>
              <a:rPr sz="650" spc="-10" dirty="0">
                <a:solidFill>
                  <a:srgbClr val="595959"/>
                </a:solidFill>
                <a:latin typeface="MingLiU_HKSCS-ExtB"/>
                <a:cs typeface="MingLiU_HKSCS-ExtB"/>
              </a:rPr>
              <a:t> </a:t>
            </a:r>
            <a:r>
              <a:rPr sz="650" b="1" spc="20" dirty="0">
                <a:solidFill>
                  <a:srgbClr val="B25900"/>
                </a:solidFill>
                <a:latin typeface="Arial"/>
                <a:cs typeface="Arial"/>
              </a:rPr>
              <a:t>{</a:t>
            </a:r>
            <a:endParaRPr sz="650">
              <a:latin typeface="Arial"/>
              <a:cs typeface="Arial"/>
            </a:endParaRPr>
          </a:p>
          <a:p>
            <a:pPr marL="12700">
              <a:lnSpc>
                <a:spcPts val="780"/>
              </a:lnSpc>
            </a:pPr>
            <a:r>
              <a:rPr sz="500" dirty="0">
                <a:solidFill>
                  <a:srgbClr val="666666"/>
                </a:solidFill>
                <a:latin typeface="MingLiU_HKSCS-ExtB"/>
                <a:cs typeface="MingLiU_HKSCS-ExtB"/>
              </a:rPr>
              <a:t>4</a:t>
            </a:r>
            <a:r>
              <a:rPr sz="500" spc="130" dirty="0">
                <a:solidFill>
                  <a:srgbClr val="666666"/>
                </a:solidFill>
                <a:latin typeface="MingLiU_HKSCS-ExtB"/>
                <a:cs typeface="MingLiU_HKSCS-ExtB"/>
              </a:rPr>
              <a:t>  </a:t>
            </a:r>
            <a:r>
              <a:rPr sz="650" b="1" dirty="0">
                <a:solidFill>
                  <a:srgbClr val="00AC8C"/>
                </a:solidFill>
                <a:latin typeface="Arial"/>
                <a:cs typeface="Arial"/>
              </a:rPr>
              <a:t>public</a:t>
            </a:r>
            <a:r>
              <a:rPr sz="650" b="1" spc="160" dirty="0">
                <a:solidFill>
                  <a:srgbClr val="00AC8C"/>
                </a:solidFill>
                <a:latin typeface="Arial"/>
                <a:cs typeface="Arial"/>
              </a:rPr>
              <a:t> </a:t>
            </a:r>
            <a:r>
              <a:rPr sz="650" b="1" dirty="0">
                <a:solidFill>
                  <a:srgbClr val="00AC8C"/>
                </a:solidFill>
                <a:latin typeface="Arial"/>
                <a:cs typeface="Arial"/>
              </a:rPr>
              <a:t>static</a:t>
            </a:r>
            <a:r>
              <a:rPr sz="650" b="1" spc="155" dirty="0">
                <a:solidFill>
                  <a:srgbClr val="00AC8C"/>
                </a:solidFill>
                <a:latin typeface="Arial"/>
                <a:cs typeface="Arial"/>
              </a:rPr>
              <a:t> </a:t>
            </a:r>
            <a:r>
              <a:rPr sz="650" b="1" dirty="0">
                <a:solidFill>
                  <a:srgbClr val="00AC8C"/>
                </a:solidFill>
                <a:latin typeface="Arial"/>
                <a:cs typeface="Arial"/>
              </a:rPr>
              <a:t>void</a:t>
            </a:r>
            <a:r>
              <a:rPr sz="650" b="1" spc="160" dirty="0">
                <a:solidFill>
                  <a:srgbClr val="00AC8C"/>
                </a:solidFill>
                <a:latin typeface="Arial"/>
                <a:cs typeface="Arial"/>
              </a:rPr>
              <a:t> </a:t>
            </a:r>
            <a:r>
              <a:rPr sz="650" dirty="0">
                <a:solidFill>
                  <a:srgbClr val="595959"/>
                </a:solidFill>
                <a:latin typeface="MingLiU_HKSCS-ExtB"/>
                <a:cs typeface="MingLiU_HKSCS-ExtB"/>
              </a:rPr>
              <a:t>main</a:t>
            </a:r>
            <a:r>
              <a:rPr sz="650" dirty="0">
                <a:solidFill>
                  <a:srgbClr val="B25900"/>
                </a:solidFill>
                <a:latin typeface="MingLiU_HKSCS-ExtB"/>
                <a:cs typeface="MingLiU_HKSCS-ExtB"/>
              </a:rPr>
              <a:t>(</a:t>
            </a:r>
            <a:r>
              <a:rPr sz="650" dirty="0">
                <a:solidFill>
                  <a:srgbClr val="595959"/>
                </a:solidFill>
                <a:latin typeface="MingLiU_HKSCS-ExtB"/>
                <a:cs typeface="MingLiU_HKSCS-ExtB"/>
              </a:rPr>
              <a:t>String</a:t>
            </a:r>
            <a:r>
              <a:rPr sz="650" dirty="0">
                <a:solidFill>
                  <a:srgbClr val="B25900"/>
                </a:solidFill>
                <a:latin typeface="MingLiU_HKSCS-ExtB"/>
                <a:cs typeface="MingLiU_HKSCS-ExtB"/>
              </a:rPr>
              <a:t>[]</a:t>
            </a:r>
            <a:r>
              <a:rPr sz="650" spc="15" dirty="0">
                <a:solidFill>
                  <a:srgbClr val="B25900"/>
                </a:solidFill>
                <a:latin typeface="MingLiU_HKSCS-ExtB"/>
                <a:cs typeface="MingLiU_HKSCS-ExtB"/>
              </a:rPr>
              <a:t> </a:t>
            </a:r>
            <a:r>
              <a:rPr sz="650" dirty="0">
                <a:solidFill>
                  <a:srgbClr val="595959"/>
                </a:solidFill>
                <a:latin typeface="MingLiU_HKSCS-ExtB"/>
                <a:cs typeface="MingLiU_HKSCS-ExtB"/>
              </a:rPr>
              <a:t>args</a:t>
            </a:r>
            <a:r>
              <a:rPr sz="650" dirty="0">
                <a:solidFill>
                  <a:srgbClr val="B25900"/>
                </a:solidFill>
                <a:latin typeface="MingLiU_HKSCS-ExtB"/>
                <a:cs typeface="MingLiU_HKSCS-ExtB"/>
              </a:rPr>
              <a:t>)</a:t>
            </a:r>
            <a:r>
              <a:rPr sz="650" spc="20" dirty="0">
                <a:solidFill>
                  <a:srgbClr val="B25900"/>
                </a:solidFill>
                <a:latin typeface="MingLiU_HKSCS-ExtB"/>
                <a:cs typeface="MingLiU_HKSCS-ExtB"/>
              </a:rPr>
              <a:t> </a:t>
            </a:r>
            <a:r>
              <a:rPr sz="650" b="1" spc="20" dirty="0">
                <a:solidFill>
                  <a:srgbClr val="B25900"/>
                </a:solidFill>
                <a:latin typeface="Arial"/>
                <a:cs typeface="Arial"/>
              </a:rPr>
              <a:t>{</a:t>
            </a:r>
            <a:endParaRPr sz="65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874646" y="1414066"/>
            <a:ext cx="91440" cy="420370"/>
          </a:xfrm>
          <a:prstGeom prst="rect">
            <a:avLst/>
          </a:prstGeom>
        </p:spPr>
        <p:txBody>
          <a:bodyPr vert="horz" wrap="square" lIns="0" tIns="342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70"/>
              </a:spcBef>
            </a:pPr>
            <a:r>
              <a:rPr sz="500" spc="-25" dirty="0">
                <a:solidFill>
                  <a:srgbClr val="666666"/>
                </a:solidFill>
                <a:latin typeface="MingLiU_HKSCS-ExtB"/>
                <a:cs typeface="MingLiU_HKSCS-ExtB"/>
              </a:rPr>
              <a:t>15</a:t>
            </a:r>
            <a:endParaRPr sz="500">
              <a:latin typeface="MingLiU_HKSCS-ExtB"/>
              <a:cs typeface="MingLiU_HKSCS-ExtB"/>
            </a:endParaRPr>
          </a:p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z="500" spc="-25" dirty="0">
                <a:solidFill>
                  <a:srgbClr val="666666"/>
                </a:solidFill>
                <a:latin typeface="MingLiU_HKSCS-ExtB"/>
                <a:cs typeface="MingLiU_HKSCS-ExtB"/>
              </a:rPr>
              <a:t>16</a:t>
            </a:r>
            <a:endParaRPr sz="500">
              <a:latin typeface="MingLiU_HKSCS-ExtB"/>
              <a:cs typeface="MingLiU_HKSCS-ExtB"/>
            </a:endParaRPr>
          </a:p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z="500" spc="-25" dirty="0">
                <a:solidFill>
                  <a:srgbClr val="666666"/>
                </a:solidFill>
                <a:latin typeface="MingLiU_HKSCS-ExtB"/>
                <a:cs typeface="MingLiU_HKSCS-ExtB"/>
              </a:rPr>
              <a:t>17</a:t>
            </a:r>
            <a:endParaRPr sz="500">
              <a:latin typeface="MingLiU_HKSCS-ExtB"/>
              <a:cs typeface="MingLiU_HKSCS-ExtB"/>
            </a:endParaRPr>
          </a:p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z="500" spc="-25" dirty="0">
                <a:solidFill>
                  <a:srgbClr val="666666"/>
                </a:solidFill>
                <a:latin typeface="MingLiU_HKSCS-ExtB"/>
                <a:cs typeface="MingLiU_HKSCS-ExtB"/>
              </a:rPr>
              <a:t>18</a:t>
            </a:r>
            <a:endParaRPr sz="500">
              <a:latin typeface="MingLiU_HKSCS-ExtB"/>
              <a:cs typeface="MingLiU_HKSCS-ExtB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104923" y="1516045"/>
            <a:ext cx="2649220" cy="3219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780"/>
              </a:lnSpc>
              <a:spcBef>
                <a:spcPts val="95"/>
              </a:spcBef>
            </a:pPr>
            <a:r>
              <a:rPr sz="650" dirty="0">
                <a:solidFill>
                  <a:srgbClr val="009380"/>
                </a:solidFill>
                <a:latin typeface="MingLiU_HKSCS-ExtB"/>
                <a:cs typeface="MingLiU_HKSCS-ExtB"/>
              </a:rPr>
              <a:t>//</a:t>
            </a:r>
            <a:r>
              <a:rPr sz="650" spc="-20" dirty="0">
                <a:solidFill>
                  <a:srgbClr val="009380"/>
                </a:solidFill>
                <a:latin typeface="MingLiU_HKSCS-ExtB"/>
                <a:cs typeface="MingLiU_HKSCS-ExtB"/>
              </a:rPr>
              <a:t> </a:t>
            </a:r>
            <a:r>
              <a:rPr sz="650" dirty="0">
                <a:solidFill>
                  <a:srgbClr val="009380"/>
                </a:solidFill>
                <a:latin typeface="MingLiU_HKSCS-ExtB"/>
                <a:cs typeface="MingLiU_HKSCS-ExtB"/>
              </a:rPr>
              <a:t>loop</a:t>
            </a:r>
            <a:r>
              <a:rPr sz="650" spc="-15" dirty="0">
                <a:solidFill>
                  <a:srgbClr val="009380"/>
                </a:solidFill>
                <a:latin typeface="MingLiU_HKSCS-ExtB"/>
                <a:cs typeface="MingLiU_HKSCS-ExtB"/>
              </a:rPr>
              <a:t> </a:t>
            </a:r>
            <a:r>
              <a:rPr sz="650" dirty="0">
                <a:solidFill>
                  <a:srgbClr val="009380"/>
                </a:solidFill>
                <a:latin typeface="MingLiU_HKSCS-ExtB"/>
                <a:cs typeface="MingLiU_HKSCS-ExtB"/>
              </a:rPr>
              <a:t>para</a:t>
            </a:r>
            <a:r>
              <a:rPr sz="650" spc="-20" dirty="0">
                <a:solidFill>
                  <a:srgbClr val="009380"/>
                </a:solidFill>
                <a:latin typeface="MingLiU_HKSCS-ExtB"/>
                <a:cs typeface="MingLiU_HKSCS-ExtB"/>
              </a:rPr>
              <a:t> </a:t>
            </a:r>
            <a:r>
              <a:rPr sz="650" dirty="0">
                <a:solidFill>
                  <a:srgbClr val="009380"/>
                </a:solidFill>
                <a:latin typeface="MingLiU_HKSCS-ExtB"/>
                <a:cs typeface="MingLiU_HKSCS-ExtB"/>
              </a:rPr>
              <a:t>imprimir</a:t>
            </a:r>
            <a:r>
              <a:rPr sz="650" spc="-15" dirty="0">
                <a:solidFill>
                  <a:srgbClr val="009380"/>
                </a:solidFill>
                <a:latin typeface="MingLiU_HKSCS-ExtB"/>
                <a:cs typeface="MingLiU_HKSCS-ExtB"/>
              </a:rPr>
              <a:t> </a:t>
            </a:r>
            <a:r>
              <a:rPr sz="650" dirty="0">
                <a:solidFill>
                  <a:srgbClr val="009380"/>
                </a:solidFill>
                <a:latin typeface="MingLiU_HKSCS-ExtB"/>
                <a:cs typeface="MingLiU_HKSCS-ExtB"/>
              </a:rPr>
              <a:t>os</a:t>
            </a:r>
            <a:r>
              <a:rPr sz="650" spc="-15" dirty="0">
                <a:solidFill>
                  <a:srgbClr val="009380"/>
                </a:solidFill>
                <a:latin typeface="MingLiU_HKSCS-ExtB"/>
                <a:cs typeface="MingLiU_HKSCS-ExtB"/>
              </a:rPr>
              <a:t> </a:t>
            </a:r>
            <a:r>
              <a:rPr sz="650" dirty="0">
                <a:solidFill>
                  <a:srgbClr val="009380"/>
                </a:solidFill>
                <a:latin typeface="MingLiU_HKSCS-ExtB"/>
                <a:cs typeface="MingLiU_HKSCS-ExtB"/>
              </a:rPr>
              <a:t>10</a:t>
            </a:r>
            <a:r>
              <a:rPr sz="650" spc="-20" dirty="0">
                <a:solidFill>
                  <a:srgbClr val="009380"/>
                </a:solidFill>
                <a:latin typeface="MingLiU_HKSCS-ExtB"/>
                <a:cs typeface="MingLiU_HKSCS-ExtB"/>
              </a:rPr>
              <a:t> </a:t>
            </a:r>
            <a:r>
              <a:rPr sz="650" spc="-10" dirty="0">
                <a:solidFill>
                  <a:srgbClr val="009380"/>
                </a:solidFill>
                <a:latin typeface="MingLiU_HKSCS-ExtB"/>
                <a:cs typeface="MingLiU_HKSCS-ExtB"/>
              </a:rPr>
              <a:t>numeros</a:t>
            </a:r>
            <a:endParaRPr sz="650">
              <a:latin typeface="MingLiU_HKSCS-ExtB"/>
              <a:cs typeface="MingLiU_HKSCS-ExtB"/>
            </a:endParaRPr>
          </a:p>
          <a:p>
            <a:pPr marL="12700">
              <a:lnSpc>
                <a:spcPts val="775"/>
              </a:lnSpc>
            </a:pPr>
            <a:r>
              <a:rPr sz="650" b="1" dirty="0">
                <a:solidFill>
                  <a:srgbClr val="00AC8C"/>
                </a:solidFill>
                <a:latin typeface="Arial"/>
                <a:cs typeface="Arial"/>
              </a:rPr>
              <a:t>for</a:t>
            </a:r>
            <a:r>
              <a:rPr sz="650" b="1" spc="160" dirty="0">
                <a:solidFill>
                  <a:srgbClr val="00AC8C"/>
                </a:solidFill>
                <a:latin typeface="Arial"/>
                <a:cs typeface="Arial"/>
              </a:rPr>
              <a:t> </a:t>
            </a:r>
            <a:r>
              <a:rPr sz="650" dirty="0">
                <a:solidFill>
                  <a:srgbClr val="B25900"/>
                </a:solidFill>
                <a:latin typeface="MingLiU_HKSCS-ExtB"/>
                <a:cs typeface="MingLiU_HKSCS-ExtB"/>
              </a:rPr>
              <a:t>(</a:t>
            </a:r>
            <a:r>
              <a:rPr sz="650" b="1" dirty="0">
                <a:solidFill>
                  <a:srgbClr val="00AC8C"/>
                </a:solidFill>
                <a:latin typeface="Arial"/>
                <a:cs typeface="Arial"/>
              </a:rPr>
              <a:t>int</a:t>
            </a:r>
            <a:r>
              <a:rPr sz="650" b="1" spc="160" dirty="0">
                <a:solidFill>
                  <a:srgbClr val="00AC8C"/>
                </a:solidFill>
                <a:latin typeface="Arial"/>
                <a:cs typeface="Arial"/>
              </a:rPr>
              <a:t> </a:t>
            </a:r>
            <a:r>
              <a:rPr sz="650" dirty="0">
                <a:solidFill>
                  <a:srgbClr val="595959"/>
                </a:solidFill>
                <a:latin typeface="MingLiU_HKSCS-ExtB"/>
                <a:cs typeface="MingLiU_HKSCS-ExtB"/>
              </a:rPr>
              <a:t>i</a:t>
            </a:r>
            <a:r>
              <a:rPr sz="650" spc="20" dirty="0">
                <a:solidFill>
                  <a:srgbClr val="595959"/>
                </a:solidFill>
                <a:latin typeface="MingLiU_HKSCS-ExtB"/>
                <a:cs typeface="MingLiU_HKSCS-ExtB"/>
              </a:rPr>
              <a:t> </a:t>
            </a:r>
            <a:r>
              <a:rPr sz="650" dirty="0">
                <a:solidFill>
                  <a:srgbClr val="595959"/>
                </a:solidFill>
                <a:latin typeface="MingLiU_HKSCS-ExtB"/>
                <a:cs typeface="MingLiU_HKSCS-ExtB"/>
              </a:rPr>
              <a:t>=</a:t>
            </a:r>
            <a:r>
              <a:rPr sz="650" spc="25" dirty="0">
                <a:solidFill>
                  <a:srgbClr val="595959"/>
                </a:solidFill>
                <a:latin typeface="MingLiU_HKSCS-ExtB"/>
                <a:cs typeface="MingLiU_HKSCS-ExtB"/>
              </a:rPr>
              <a:t> </a:t>
            </a:r>
            <a:r>
              <a:rPr sz="650" dirty="0">
                <a:solidFill>
                  <a:srgbClr val="595959"/>
                </a:solidFill>
                <a:latin typeface="MingLiU_HKSCS-ExtB"/>
                <a:cs typeface="MingLiU_HKSCS-ExtB"/>
              </a:rPr>
              <a:t>0;</a:t>
            </a:r>
            <a:r>
              <a:rPr sz="650" spc="20" dirty="0">
                <a:solidFill>
                  <a:srgbClr val="595959"/>
                </a:solidFill>
                <a:latin typeface="MingLiU_HKSCS-ExtB"/>
                <a:cs typeface="MingLiU_HKSCS-ExtB"/>
              </a:rPr>
              <a:t> </a:t>
            </a:r>
            <a:r>
              <a:rPr sz="650" dirty="0">
                <a:solidFill>
                  <a:srgbClr val="595959"/>
                </a:solidFill>
                <a:latin typeface="MingLiU_HKSCS-ExtB"/>
                <a:cs typeface="MingLiU_HKSCS-ExtB"/>
              </a:rPr>
              <a:t>i</a:t>
            </a:r>
            <a:r>
              <a:rPr sz="650" spc="20" dirty="0">
                <a:solidFill>
                  <a:srgbClr val="595959"/>
                </a:solidFill>
                <a:latin typeface="MingLiU_HKSCS-ExtB"/>
                <a:cs typeface="MingLiU_HKSCS-ExtB"/>
              </a:rPr>
              <a:t> </a:t>
            </a:r>
            <a:r>
              <a:rPr sz="650" dirty="0">
                <a:solidFill>
                  <a:srgbClr val="595959"/>
                </a:solidFill>
                <a:latin typeface="MingLiU_HKSCS-ExtB"/>
                <a:cs typeface="MingLiU_HKSCS-ExtB"/>
              </a:rPr>
              <a:t>&lt;</a:t>
            </a:r>
            <a:r>
              <a:rPr sz="650" spc="25" dirty="0">
                <a:solidFill>
                  <a:srgbClr val="595959"/>
                </a:solidFill>
                <a:latin typeface="MingLiU_HKSCS-ExtB"/>
                <a:cs typeface="MingLiU_HKSCS-ExtB"/>
              </a:rPr>
              <a:t> </a:t>
            </a:r>
            <a:r>
              <a:rPr sz="650" dirty="0">
                <a:solidFill>
                  <a:srgbClr val="595959"/>
                </a:solidFill>
                <a:latin typeface="MingLiU_HKSCS-ExtB"/>
                <a:cs typeface="MingLiU_HKSCS-ExtB"/>
              </a:rPr>
              <a:t>10;</a:t>
            </a:r>
            <a:r>
              <a:rPr sz="650" spc="20" dirty="0">
                <a:solidFill>
                  <a:srgbClr val="595959"/>
                </a:solidFill>
                <a:latin typeface="MingLiU_HKSCS-ExtB"/>
                <a:cs typeface="MingLiU_HKSCS-ExtB"/>
              </a:rPr>
              <a:t> </a:t>
            </a:r>
            <a:r>
              <a:rPr sz="650" dirty="0">
                <a:solidFill>
                  <a:srgbClr val="595959"/>
                </a:solidFill>
                <a:latin typeface="MingLiU_HKSCS-ExtB"/>
                <a:cs typeface="MingLiU_HKSCS-ExtB"/>
              </a:rPr>
              <a:t>i++</a:t>
            </a:r>
            <a:r>
              <a:rPr sz="650" dirty="0">
                <a:solidFill>
                  <a:srgbClr val="B25900"/>
                </a:solidFill>
                <a:latin typeface="MingLiU_HKSCS-ExtB"/>
                <a:cs typeface="MingLiU_HKSCS-ExtB"/>
              </a:rPr>
              <a:t>)</a:t>
            </a:r>
            <a:r>
              <a:rPr sz="650" spc="20" dirty="0">
                <a:solidFill>
                  <a:srgbClr val="B25900"/>
                </a:solidFill>
                <a:latin typeface="MingLiU_HKSCS-ExtB"/>
                <a:cs typeface="MingLiU_HKSCS-ExtB"/>
              </a:rPr>
              <a:t> </a:t>
            </a:r>
            <a:r>
              <a:rPr sz="650" b="1" spc="20" dirty="0">
                <a:solidFill>
                  <a:srgbClr val="B25900"/>
                </a:solidFill>
                <a:latin typeface="Arial"/>
                <a:cs typeface="Arial"/>
              </a:rPr>
              <a:t>{</a:t>
            </a:r>
            <a:endParaRPr sz="650">
              <a:latin typeface="Arial"/>
              <a:cs typeface="Arial"/>
            </a:endParaRPr>
          </a:p>
          <a:p>
            <a:pPr marL="86360">
              <a:lnSpc>
                <a:spcPts val="780"/>
              </a:lnSpc>
            </a:pPr>
            <a:r>
              <a:rPr sz="650" spc="-10" dirty="0">
                <a:solidFill>
                  <a:srgbClr val="595959"/>
                </a:solidFill>
                <a:latin typeface="MingLiU_HKSCS-ExtB"/>
                <a:cs typeface="MingLiU_HKSCS-ExtB"/>
              </a:rPr>
              <a:t>System.out.println</a:t>
            </a:r>
            <a:r>
              <a:rPr sz="650" spc="-10" dirty="0">
                <a:solidFill>
                  <a:srgbClr val="B25900"/>
                </a:solidFill>
                <a:latin typeface="MingLiU_HKSCS-ExtB"/>
                <a:cs typeface="MingLiU_HKSCS-ExtB"/>
              </a:rPr>
              <a:t>("numero:</a:t>
            </a:r>
            <a:r>
              <a:rPr sz="650" spc="5" dirty="0">
                <a:solidFill>
                  <a:srgbClr val="B25900"/>
                </a:solidFill>
                <a:latin typeface="MingLiU_HKSCS-ExtB"/>
                <a:cs typeface="MingLiU_HKSCS-ExtB"/>
              </a:rPr>
              <a:t> </a:t>
            </a:r>
            <a:r>
              <a:rPr sz="650" dirty="0">
                <a:solidFill>
                  <a:srgbClr val="B25900"/>
                </a:solidFill>
                <a:latin typeface="MingLiU_HKSCS-ExtB"/>
                <a:cs typeface="MingLiU_HKSCS-ExtB"/>
              </a:rPr>
              <a:t>"</a:t>
            </a:r>
            <a:r>
              <a:rPr sz="650" spc="10" dirty="0">
                <a:solidFill>
                  <a:srgbClr val="B25900"/>
                </a:solidFill>
                <a:latin typeface="MingLiU_HKSCS-ExtB"/>
                <a:cs typeface="MingLiU_HKSCS-ExtB"/>
              </a:rPr>
              <a:t> </a:t>
            </a:r>
            <a:r>
              <a:rPr sz="650" dirty="0">
                <a:solidFill>
                  <a:srgbClr val="595959"/>
                </a:solidFill>
                <a:latin typeface="MingLiU_HKSCS-ExtB"/>
                <a:cs typeface="MingLiU_HKSCS-ExtB"/>
              </a:rPr>
              <a:t>+</a:t>
            </a:r>
            <a:r>
              <a:rPr sz="650" spc="5" dirty="0">
                <a:solidFill>
                  <a:srgbClr val="595959"/>
                </a:solidFill>
                <a:latin typeface="MingLiU_HKSCS-ExtB"/>
                <a:cs typeface="MingLiU_HKSCS-ExtB"/>
              </a:rPr>
              <a:t> </a:t>
            </a:r>
            <a:r>
              <a:rPr sz="650" dirty="0">
                <a:solidFill>
                  <a:srgbClr val="B25900"/>
                </a:solidFill>
                <a:latin typeface="MingLiU_HKSCS-ExtB"/>
                <a:cs typeface="MingLiU_HKSCS-ExtB"/>
              </a:rPr>
              <a:t>(</a:t>
            </a:r>
            <a:r>
              <a:rPr sz="650" dirty="0">
                <a:solidFill>
                  <a:srgbClr val="595959"/>
                </a:solidFill>
                <a:latin typeface="MingLiU_HKSCS-ExtB"/>
                <a:cs typeface="MingLiU_HKSCS-ExtB"/>
              </a:rPr>
              <a:t>i</a:t>
            </a:r>
            <a:r>
              <a:rPr sz="650" spc="10" dirty="0">
                <a:solidFill>
                  <a:srgbClr val="595959"/>
                </a:solidFill>
                <a:latin typeface="MingLiU_HKSCS-ExtB"/>
                <a:cs typeface="MingLiU_HKSCS-ExtB"/>
              </a:rPr>
              <a:t> </a:t>
            </a:r>
            <a:r>
              <a:rPr sz="650" dirty="0">
                <a:solidFill>
                  <a:srgbClr val="595959"/>
                </a:solidFill>
                <a:latin typeface="MingLiU_HKSCS-ExtB"/>
                <a:cs typeface="MingLiU_HKSCS-ExtB"/>
              </a:rPr>
              <a:t>+</a:t>
            </a:r>
            <a:r>
              <a:rPr sz="650" spc="10" dirty="0">
                <a:solidFill>
                  <a:srgbClr val="595959"/>
                </a:solidFill>
                <a:latin typeface="MingLiU_HKSCS-ExtB"/>
                <a:cs typeface="MingLiU_HKSCS-ExtB"/>
              </a:rPr>
              <a:t> </a:t>
            </a:r>
            <a:r>
              <a:rPr sz="650" dirty="0">
                <a:solidFill>
                  <a:srgbClr val="595959"/>
                </a:solidFill>
                <a:latin typeface="MingLiU_HKSCS-ExtB"/>
                <a:cs typeface="MingLiU_HKSCS-ExtB"/>
              </a:rPr>
              <a:t>1</a:t>
            </a:r>
            <a:r>
              <a:rPr sz="650" dirty="0">
                <a:solidFill>
                  <a:srgbClr val="B25900"/>
                </a:solidFill>
                <a:latin typeface="MingLiU_HKSCS-ExtB"/>
                <a:cs typeface="MingLiU_HKSCS-ExtB"/>
              </a:rPr>
              <a:t>)</a:t>
            </a:r>
            <a:r>
              <a:rPr sz="650" spc="5" dirty="0">
                <a:solidFill>
                  <a:srgbClr val="B25900"/>
                </a:solidFill>
                <a:latin typeface="MingLiU_HKSCS-ExtB"/>
                <a:cs typeface="MingLiU_HKSCS-ExtB"/>
              </a:rPr>
              <a:t> </a:t>
            </a:r>
            <a:r>
              <a:rPr sz="650" dirty="0">
                <a:solidFill>
                  <a:srgbClr val="595959"/>
                </a:solidFill>
                <a:latin typeface="MingLiU_HKSCS-ExtB"/>
                <a:cs typeface="MingLiU_HKSCS-ExtB"/>
              </a:rPr>
              <a:t>+</a:t>
            </a:r>
            <a:r>
              <a:rPr sz="650" spc="10" dirty="0">
                <a:solidFill>
                  <a:srgbClr val="595959"/>
                </a:solidFill>
                <a:latin typeface="MingLiU_HKSCS-ExtB"/>
                <a:cs typeface="MingLiU_HKSCS-ExtB"/>
              </a:rPr>
              <a:t> </a:t>
            </a:r>
            <a:r>
              <a:rPr sz="650" dirty="0">
                <a:solidFill>
                  <a:srgbClr val="B25900"/>
                </a:solidFill>
                <a:latin typeface="MingLiU_HKSCS-ExtB"/>
                <a:cs typeface="MingLiU_HKSCS-ExtB"/>
              </a:rPr>
              <a:t>"</a:t>
            </a:r>
            <a:r>
              <a:rPr sz="650" spc="5" dirty="0">
                <a:solidFill>
                  <a:srgbClr val="B25900"/>
                </a:solidFill>
                <a:latin typeface="MingLiU_HKSCS-ExtB"/>
                <a:cs typeface="MingLiU_HKSCS-ExtB"/>
              </a:rPr>
              <a:t> </a:t>
            </a:r>
            <a:r>
              <a:rPr sz="650" dirty="0">
                <a:solidFill>
                  <a:srgbClr val="B25900"/>
                </a:solidFill>
                <a:latin typeface="MingLiU_HKSCS-ExtB"/>
                <a:cs typeface="MingLiU_HKSCS-ExtB"/>
              </a:rPr>
              <a:t>=</a:t>
            </a:r>
            <a:r>
              <a:rPr sz="650" spc="10" dirty="0">
                <a:solidFill>
                  <a:srgbClr val="B25900"/>
                </a:solidFill>
                <a:latin typeface="MingLiU_HKSCS-ExtB"/>
                <a:cs typeface="MingLiU_HKSCS-ExtB"/>
              </a:rPr>
              <a:t> </a:t>
            </a:r>
            <a:r>
              <a:rPr sz="650" dirty="0">
                <a:solidFill>
                  <a:srgbClr val="B25900"/>
                </a:solidFill>
                <a:latin typeface="MingLiU_HKSCS-ExtB"/>
                <a:cs typeface="MingLiU_HKSCS-ExtB"/>
              </a:rPr>
              <a:t>"</a:t>
            </a:r>
            <a:r>
              <a:rPr sz="650" spc="10" dirty="0">
                <a:solidFill>
                  <a:srgbClr val="B25900"/>
                </a:solidFill>
                <a:latin typeface="MingLiU_HKSCS-ExtB"/>
                <a:cs typeface="MingLiU_HKSCS-ExtB"/>
              </a:rPr>
              <a:t> </a:t>
            </a:r>
            <a:r>
              <a:rPr sz="650" dirty="0">
                <a:solidFill>
                  <a:srgbClr val="595959"/>
                </a:solidFill>
                <a:latin typeface="MingLiU_HKSCS-ExtB"/>
                <a:cs typeface="MingLiU_HKSCS-ExtB"/>
              </a:rPr>
              <a:t>+</a:t>
            </a:r>
            <a:r>
              <a:rPr sz="650" spc="5" dirty="0">
                <a:solidFill>
                  <a:srgbClr val="595959"/>
                </a:solidFill>
                <a:latin typeface="MingLiU_HKSCS-ExtB"/>
                <a:cs typeface="MingLiU_HKSCS-ExtB"/>
              </a:rPr>
              <a:t> </a:t>
            </a:r>
            <a:r>
              <a:rPr sz="650" spc="-10" dirty="0">
                <a:solidFill>
                  <a:srgbClr val="595959"/>
                </a:solidFill>
                <a:latin typeface="MingLiU_HKSCS-ExtB"/>
                <a:cs typeface="MingLiU_HKSCS-ExtB"/>
              </a:rPr>
              <a:t>numeros</a:t>
            </a:r>
            <a:r>
              <a:rPr sz="650" spc="-10" dirty="0">
                <a:solidFill>
                  <a:srgbClr val="B25900"/>
                </a:solidFill>
                <a:latin typeface="MingLiU_HKSCS-ExtB"/>
                <a:cs typeface="MingLiU_HKSCS-ExtB"/>
              </a:rPr>
              <a:t>[</a:t>
            </a:r>
            <a:r>
              <a:rPr sz="650" spc="-10" dirty="0">
                <a:solidFill>
                  <a:srgbClr val="595959"/>
                </a:solidFill>
                <a:latin typeface="MingLiU_HKSCS-ExtB"/>
                <a:cs typeface="MingLiU_HKSCS-ExtB"/>
              </a:rPr>
              <a:t>i</a:t>
            </a:r>
            <a:r>
              <a:rPr sz="650" spc="-10" dirty="0">
                <a:solidFill>
                  <a:srgbClr val="B25900"/>
                </a:solidFill>
                <a:latin typeface="MingLiU_HKSCS-ExtB"/>
                <a:cs typeface="MingLiU_HKSCS-ExtB"/>
              </a:rPr>
              <a:t>])</a:t>
            </a:r>
            <a:r>
              <a:rPr sz="650" spc="-10" dirty="0">
                <a:solidFill>
                  <a:srgbClr val="595959"/>
                </a:solidFill>
                <a:latin typeface="MingLiU_HKSCS-ExtB"/>
                <a:cs typeface="MingLiU_HKSCS-ExtB"/>
              </a:rPr>
              <a:t>;</a:t>
            </a:r>
            <a:endParaRPr sz="650">
              <a:latin typeface="MingLiU_HKSCS-ExtB"/>
              <a:cs typeface="MingLiU_HKSCS-ExtB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89986" y="1836337"/>
          <a:ext cx="3794125" cy="9709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97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945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32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0611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92075">
                <a:tc>
                  <a:txBody>
                    <a:bodyPr/>
                    <a:lstStyle/>
                    <a:p>
                      <a:pPr marR="9525" algn="ctr">
                        <a:lnSpc>
                          <a:spcPts val="570"/>
                        </a:lnSpc>
                        <a:spcBef>
                          <a:spcPts val="55"/>
                        </a:spcBef>
                      </a:pPr>
                      <a:r>
                        <a:rPr sz="500" spc="-50" dirty="0">
                          <a:solidFill>
                            <a:srgbClr val="666666"/>
                          </a:solidFill>
                          <a:latin typeface="MingLiU_HKSCS-ExtB"/>
                          <a:cs typeface="MingLiU_HKSCS-ExtB"/>
                        </a:rPr>
                        <a:t>5</a:t>
                      </a:r>
                      <a:endParaRPr sz="500">
                        <a:latin typeface="MingLiU_HKSCS-ExtB"/>
                        <a:cs typeface="MingLiU_HKSCS-ExtB"/>
                      </a:endParaRPr>
                    </a:p>
                  </a:txBody>
                  <a:tcPr marL="0" marR="0" marT="698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22885">
                        <a:lnSpc>
                          <a:spcPts val="570"/>
                        </a:lnSpc>
                        <a:spcBef>
                          <a:spcPts val="55"/>
                        </a:spcBef>
                      </a:pPr>
                      <a:r>
                        <a:rPr sz="500" spc="-25" dirty="0">
                          <a:solidFill>
                            <a:srgbClr val="666666"/>
                          </a:solidFill>
                          <a:latin typeface="MingLiU_HKSCS-ExtB"/>
                          <a:cs typeface="MingLiU_HKSCS-ExtB"/>
                        </a:rPr>
                        <a:t>19</a:t>
                      </a:r>
                      <a:endParaRPr sz="500">
                        <a:latin typeface="MingLiU_HKSCS-ExtB"/>
                        <a:cs typeface="MingLiU_HKSCS-ExtB"/>
                      </a:endParaRPr>
                    </a:p>
                  </a:txBody>
                  <a:tcPr marL="0" marR="0" marT="698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875">
                        <a:lnSpc>
                          <a:spcPts val="630"/>
                        </a:lnSpc>
                      </a:pPr>
                      <a:r>
                        <a:rPr sz="650" b="1" spc="20" dirty="0">
                          <a:solidFill>
                            <a:srgbClr val="B25900"/>
                          </a:solidFill>
                          <a:latin typeface="Arial"/>
                          <a:cs typeface="Arial"/>
                        </a:rPr>
                        <a:t>}</a:t>
                      </a:r>
                      <a:endParaRPr sz="65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9695">
                <a:tc>
                  <a:txBody>
                    <a:bodyPr/>
                    <a:lstStyle/>
                    <a:p>
                      <a:pPr marR="9525" algn="ctr">
                        <a:lnSpc>
                          <a:spcPts val="580"/>
                        </a:lnSpc>
                        <a:spcBef>
                          <a:spcPts val="105"/>
                        </a:spcBef>
                      </a:pPr>
                      <a:r>
                        <a:rPr sz="500" spc="-50" dirty="0">
                          <a:solidFill>
                            <a:srgbClr val="666666"/>
                          </a:solidFill>
                          <a:latin typeface="MingLiU_HKSCS-ExtB"/>
                          <a:cs typeface="MingLiU_HKSCS-ExtB"/>
                        </a:rPr>
                        <a:t>6</a:t>
                      </a:r>
                      <a:endParaRPr sz="500">
                        <a:latin typeface="MingLiU_HKSCS-ExtB"/>
                        <a:cs typeface="MingLiU_HKSCS-ExtB"/>
                      </a:endParaRPr>
                    </a:p>
                  </a:txBody>
                  <a:tcPr marL="0" marR="0" marT="13335" marB="0"/>
                </a:tc>
                <a:tc>
                  <a:txBody>
                    <a:bodyPr/>
                    <a:lstStyle/>
                    <a:p>
                      <a:pPr marL="81915">
                        <a:lnSpc>
                          <a:spcPts val="685"/>
                        </a:lnSpc>
                      </a:pPr>
                      <a:r>
                        <a:rPr sz="650" b="1" dirty="0">
                          <a:solidFill>
                            <a:srgbClr val="00AC8C"/>
                          </a:solidFill>
                          <a:latin typeface="Arial"/>
                          <a:cs typeface="Arial"/>
                        </a:rPr>
                        <a:t>int</a:t>
                      </a:r>
                      <a:r>
                        <a:rPr sz="650" dirty="0">
                          <a:solidFill>
                            <a:srgbClr val="B25900"/>
                          </a:solidFill>
                          <a:latin typeface="MingLiU_HKSCS-ExtB"/>
                          <a:cs typeface="MingLiU_HKSCS-ExtB"/>
                        </a:rPr>
                        <a:t>[]</a:t>
                      </a:r>
                      <a:r>
                        <a:rPr sz="650" spc="5" dirty="0">
                          <a:solidFill>
                            <a:srgbClr val="B25900"/>
                          </a:solidFill>
                          <a:latin typeface="MingLiU_HKSCS-ExtB"/>
                          <a:cs typeface="MingLiU_HKSCS-ExtB"/>
                        </a:rPr>
                        <a:t> </a:t>
                      </a:r>
                      <a:r>
                        <a:rPr sz="650" dirty="0">
                          <a:solidFill>
                            <a:srgbClr val="595959"/>
                          </a:solidFill>
                          <a:latin typeface="MingLiU_HKSCS-ExtB"/>
                          <a:cs typeface="MingLiU_HKSCS-ExtB"/>
                        </a:rPr>
                        <a:t>numeros</a:t>
                      </a:r>
                      <a:r>
                        <a:rPr sz="650" spc="10" dirty="0">
                          <a:solidFill>
                            <a:srgbClr val="595959"/>
                          </a:solidFill>
                          <a:latin typeface="MingLiU_HKSCS-ExtB"/>
                          <a:cs typeface="MingLiU_HKSCS-ExtB"/>
                        </a:rPr>
                        <a:t> </a:t>
                      </a:r>
                      <a:r>
                        <a:rPr sz="650" dirty="0">
                          <a:solidFill>
                            <a:srgbClr val="595959"/>
                          </a:solidFill>
                          <a:latin typeface="MingLiU_HKSCS-ExtB"/>
                          <a:cs typeface="MingLiU_HKSCS-ExtB"/>
                        </a:rPr>
                        <a:t>=</a:t>
                      </a:r>
                      <a:r>
                        <a:rPr sz="650" spc="10" dirty="0">
                          <a:solidFill>
                            <a:srgbClr val="595959"/>
                          </a:solidFill>
                          <a:latin typeface="MingLiU_HKSCS-ExtB"/>
                          <a:cs typeface="MingLiU_HKSCS-ExtB"/>
                        </a:rPr>
                        <a:t> </a:t>
                      </a:r>
                      <a:r>
                        <a:rPr sz="650" b="1" spc="-70" dirty="0">
                          <a:solidFill>
                            <a:srgbClr val="00AC8C"/>
                          </a:solidFill>
                          <a:latin typeface="Arial"/>
                          <a:cs typeface="Arial"/>
                        </a:rPr>
                        <a:t>new</a:t>
                      </a:r>
                      <a:r>
                        <a:rPr sz="650" b="1" spc="150" dirty="0">
                          <a:solidFill>
                            <a:srgbClr val="00AC8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650" b="1" spc="-10" dirty="0">
                          <a:solidFill>
                            <a:srgbClr val="00AC8C"/>
                          </a:solidFill>
                          <a:latin typeface="Arial"/>
                          <a:cs typeface="Arial"/>
                        </a:rPr>
                        <a:t>int</a:t>
                      </a:r>
                      <a:r>
                        <a:rPr sz="650" spc="-10" dirty="0">
                          <a:solidFill>
                            <a:srgbClr val="B25900"/>
                          </a:solidFill>
                          <a:latin typeface="MingLiU_HKSCS-ExtB"/>
                          <a:cs typeface="MingLiU_HKSCS-ExtB"/>
                        </a:rPr>
                        <a:t>[</a:t>
                      </a:r>
                      <a:r>
                        <a:rPr sz="650" spc="-10" dirty="0">
                          <a:solidFill>
                            <a:srgbClr val="595959"/>
                          </a:solidFill>
                          <a:latin typeface="MingLiU_HKSCS-ExtB"/>
                          <a:cs typeface="MingLiU_HKSCS-ExtB"/>
                        </a:rPr>
                        <a:t>10</a:t>
                      </a:r>
                      <a:r>
                        <a:rPr sz="650" spc="-10" dirty="0">
                          <a:solidFill>
                            <a:srgbClr val="B25900"/>
                          </a:solidFill>
                          <a:latin typeface="MingLiU_HKSCS-ExtB"/>
                          <a:cs typeface="MingLiU_HKSCS-ExtB"/>
                        </a:rPr>
                        <a:t>]</a:t>
                      </a:r>
                      <a:r>
                        <a:rPr sz="650" spc="-10" dirty="0">
                          <a:solidFill>
                            <a:srgbClr val="595959"/>
                          </a:solidFill>
                          <a:latin typeface="MingLiU_HKSCS-ExtB"/>
                          <a:cs typeface="MingLiU_HKSCS-ExtB"/>
                        </a:rPr>
                        <a:t>;</a:t>
                      </a:r>
                      <a:endParaRPr sz="650">
                        <a:latin typeface="MingLiU_HKSCS-ExtB"/>
                        <a:cs typeface="MingLiU_HKSCS-ExtB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22885">
                        <a:lnSpc>
                          <a:spcPts val="580"/>
                        </a:lnSpc>
                        <a:spcBef>
                          <a:spcPts val="105"/>
                        </a:spcBef>
                      </a:pPr>
                      <a:r>
                        <a:rPr sz="500" spc="-25" dirty="0">
                          <a:solidFill>
                            <a:srgbClr val="666666"/>
                          </a:solidFill>
                          <a:latin typeface="MingLiU_HKSCS-ExtB"/>
                          <a:cs typeface="MingLiU_HKSCS-ExtB"/>
                        </a:rPr>
                        <a:t>20</a:t>
                      </a:r>
                      <a:endParaRPr sz="500">
                        <a:latin typeface="MingLiU_HKSCS-ExtB"/>
                        <a:cs typeface="MingLiU_HKSCS-ExtB"/>
                      </a:endParaRPr>
                    </a:p>
                  </a:txBody>
                  <a:tcPr marL="0" marR="0" marT="1333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6520">
                <a:tc>
                  <a:txBody>
                    <a:bodyPr/>
                    <a:lstStyle/>
                    <a:p>
                      <a:pPr marR="9525" algn="ctr">
                        <a:lnSpc>
                          <a:spcPts val="565"/>
                        </a:lnSpc>
                        <a:spcBef>
                          <a:spcPts val="95"/>
                        </a:spcBef>
                      </a:pPr>
                      <a:r>
                        <a:rPr sz="500" spc="-50" dirty="0">
                          <a:solidFill>
                            <a:srgbClr val="666666"/>
                          </a:solidFill>
                          <a:latin typeface="MingLiU_HKSCS-ExtB"/>
                          <a:cs typeface="MingLiU_HKSCS-ExtB"/>
                        </a:rPr>
                        <a:t>7</a:t>
                      </a:r>
                      <a:endParaRPr sz="500">
                        <a:latin typeface="MingLiU_HKSCS-ExtB"/>
                        <a:cs typeface="MingLiU_HKSCS-ExtB"/>
                      </a:endParaRPr>
                    </a:p>
                  </a:txBody>
                  <a:tcPr marL="0" marR="0" marT="1206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22885">
                        <a:lnSpc>
                          <a:spcPts val="565"/>
                        </a:lnSpc>
                        <a:spcBef>
                          <a:spcPts val="95"/>
                        </a:spcBef>
                      </a:pPr>
                      <a:r>
                        <a:rPr sz="500" spc="-25" dirty="0">
                          <a:solidFill>
                            <a:srgbClr val="666666"/>
                          </a:solidFill>
                          <a:latin typeface="MingLiU_HKSCS-ExtB"/>
                          <a:cs typeface="MingLiU_HKSCS-ExtB"/>
                        </a:rPr>
                        <a:t>21</a:t>
                      </a:r>
                      <a:endParaRPr sz="500">
                        <a:latin typeface="MingLiU_HKSCS-ExtB"/>
                        <a:cs typeface="MingLiU_HKSCS-ExtB"/>
                      </a:endParaRPr>
                    </a:p>
                  </a:txBody>
                  <a:tcPr marL="0" marR="0" marT="1206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875">
                        <a:lnSpc>
                          <a:spcPts val="665"/>
                        </a:lnSpc>
                      </a:pPr>
                      <a:r>
                        <a:rPr sz="650" spc="-10" dirty="0">
                          <a:solidFill>
                            <a:srgbClr val="595959"/>
                          </a:solidFill>
                          <a:latin typeface="MingLiU_HKSCS-ExtB"/>
                          <a:cs typeface="MingLiU_HKSCS-ExtB"/>
                        </a:rPr>
                        <a:t>entrada.close</a:t>
                      </a:r>
                      <a:r>
                        <a:rPr sz="650" spc="-10" dirty="0">
                          <a:solidFill>
                            <a:srgbClr val="B25900"/>
                          </a:solidFill>
                          <a:latin typeface="MingLiU_HKSCS-ExtB"/>
                          <a:cs typeface="MingLiU_HKSCS-ExtB"/>
                        </a:rPr>
                        <a:t>()</a:t>
                      </a:r>
                      <a:r>
                        <a:rPr sz="650" spc="-10" dirty="0">
                          <a:solidFill>
                            <a:srgbClr val="595959"/>
                          </a:solidFill>
                          <a:latin typeface="MingLiU_HKSCS-ExtB"/>
                          <a:cs typeface="MingLiU_HKSCS-ExtB"/>
                        </a:rPr>
                        <a:t>;</a:t>
                      </a:r>
                      <a:endParaRPr sz="650">
                        <a:latin typeface="MingLiU_HKSCS-ExtB"/>
                        <a:cs typeface="MingLiU_HKSCS-ExtB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9060">
                <a:tc>
                  <a:txBody>
                    <a:bodyPr/>
                    <a:lstStyle/>
                    <a:p>
                      <a:pPr marR="9525" algn="ctr">
                        <a:lnSpc>
                          <a:spcPts val="570"/>
                        </a:lnSpc>
                        <a:spcBef>
                          <a:spcPts val="110"/>
                        </a:spcBef>
                      </a:pPr>
                      <a:r>
                        <a:rPr sz="500" spc="-50" dirty="0">
                          <a:solidFill>
                            <a:srgbClr val="666666"/>
                          </a:solidFill>
                          <a:latin typeface="MingLiU_HKSCS-ExtB"/>
                          <a:cs typeface="MingLiU_HKSCS-ExtB"/>
                        </a:rPr>
                        <a:t>8</a:t>
                      </a:r>
                      <a:endParaRPr sz="500">
                        <a:latin typeface="MingLiU_HKSCS-ExtB"/>
                        <a:cs typeface="MingLiU_HKSCS-ExtB"/>
                      </a:endParaRPr>
                    </a:p>
                  </a:txBody>
                  <a:tcPr marL="0" marR="0" marT="13970" marB="0"/>
                </a:tc>
                <a:tc>
                  <a:txBody>
                    <a:bodyPr/>
                    <a:lstStyle/>
                    <a:p>
                      <a:pPr marL="81915">
                        <a:lnSpc>
                          <a:spcPts val="680"/>
                        </a:lnSpc>
                      </a:pPr>
                      <a:r>
                        <a:rPr sz="650" dirty="0">
                          <a:solidFill>
                            <a:srgbClr val="595959"/>
                          </a:solidFill>
                          <a:latin typeface="MingLiU_HKSCS-ExtB"/>
                          <a:cs typeface="MingLiU_HKSCS-ExtB"/>
                        </a:rPr>
                        <a:t>Scanner</a:t>
                      </a:r>
                      <a:r>
                        <a:rPr sz="650" spc="-45" dirty="0">
                          <a:solidFill>
                            <a:srgbClr val="595959"/>
                          </a:solidFill>
                          <a:latin typeface="MingLiU_HKSCS-ExtB"/>
                          <a:cs typeface="MingLiU_HKSCS-ExtB"/>
                        </a:rPr>
                        <a:t> </a:t>
                      </a:r>
                      <a:r>
                        <a:rPr sz="650" dirty="0">
                          <a:solidFill>
                            <a:srgbClr val="595959"/>
                          </a:solidFill>
                          <a:latin typeface="MingLiU_HKSCS-ExtB"/>
                          <a:cs typeface="MingLiU_HKSCS-ExtB"/>
                        </a:rPr>
                        <a:t>entrada</a:t>
                      </a:r>
                      <a:r>
                        <a:rPr sz="650" spc="-40" dirty="0">
                          <a:solidFill>
                            <a:srgbClr val="595959"/>
                          </a:solidFill>
                          <a:latin typeface="MingLiU_HKSCS-ExtB"/>
                          <a:cs typeface="MingLiU_HKSCS-ExtB"/>
                        </a:rPr>
                        <a:t> </a:t>
                      </a:r>
                      <a:r>
                        <a:rPr sz="650" dirty="0">
                          <a:solidFill>
                            <a:srgbClr val="595959"/>
                          </a:solidFill>
                          <a:latin typeface="MingLiU_HKSCS-ExtB"/>
                          <a:cs typeface="MingLiU_HKSCS-ExtB"/>
                        </a:rPr>
                        <a:t>=</a:t>
                      </a:r>
                      <a:r>
                        <a:rPr sz="650" spc="-40" dirty="0">
                          <a:solidFill>
                            <a:srgbClr val="595959"/>
                          </a:solidFill>
                          <a:latin typeface="MingLiU_HKSCS-ExtB"/>
                          <a:cs typeface="MingLiU_HKSCS-ExtB"/>
                        </a:rPr>
                        <a:t> </a:t>
                      </a:r>
                      <a:r>
                        <a:rPr sz="650" b="1" spc="-70" dirty="0">
                          <a:solidFill>
                            <a:srgbClr val="00AC8C"/>
                          </a:solidFill>
                          <a:latin typeface="Arial"/>
                          <a:cs typeface="Arial"/>
                        </a:rPr>
                        <a:t>new</a:t>
                      </a:r>
                      <a:r>
                        <a:rPr sz="650" b="1" spc="100" dirty="0">
                          <a:solidFill>
                            <a:srgbClr val="00AC8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650" spc="-10" dirty="0">
                          <a:solidFill>
                            <a:srgbClr val="595959"/>
                          </a:solidFill>
                          <a:latin typeface="MingLiU_HKSCS-ExtB"/>
                          <a:cs typeface="MingLiU_HKSCS-ExtB"/>
                        </a:rPr>
                        <a:t>Scanner</a:t>
                      </a:r>
                      <a:r>
                        <a:rPr sz="650" spc="-10" dirty="0">
                          <a:solidFill>
                            <a:srgbClr val="B25900"/>
                          </a:solidFill>
                          <a:latin typeface="MingLiU_HKSCS-ExtB"/>
                          <a:cs typeface="MingLiU_HKSCS-ExtB"/>
                        </a:rPr>
                        <a:t>(</a:t>
                      </a:r>
                      <a:r>
                        <a:rPr sz="650" spc="-10" dirty="0">
                          <a:solidFill>
                            <a:srgbClr val="595959"/>
                          </a:solidFill>
                          <a:latin typeface="MingLiU_HKSCS-ExtB"/>
                          <a:cs typeface="MingLiU_HKSCS-ExtB"/>
                        </a:rPr>
                        <a:t>System.in</a:t>
                      </a:r>
                      <a:r>
                        <a:rPr sz="650" spc="-10" dirty="0">
                          <a:solidFill>
                            <a:srgbClr val="B25900"/>
                          </a:solidFill>
                          <a:latin typeface="MingLiU_HKSCS-ExtB"/>
                          <a:cs typeface="MingLiU_HKSCS-ExtB"/>
                        </a:rPr>
                        <a:t>)</a:t>
                      </a:r>
                      <a:r>
                        <a:rPr sz="650" spc="-10" dirty="0">
                          <a:solidFill>
                            <a:srgbClr val="595959"/>
                          </a:solidFill>
                          <a:latin typeface="MingLiU_HKSCS-ExtB"/>
                          <a:cs typeface="MingLiU_HKSCS-ExtB"/>
                        </a:rPr>
                        <a:t>;</a:t>
                      </a:r>
                      <a:endParaRPr sz="650">
                        <a:latin typeface="MingLiU_HKSCS-ExtB"/>
                        <a:cs typeface="MingLiU_HKSCS-ExtB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22885">
                        <a:lnSpc>
                          <a:spcPts val="570"/>
                        </a:lnSpc>
                        <a:spcBef>
                          <a:spcPts val="110"/>
                        </a:spcBef>
                      </a:pPr>
                      <a:r>
                        <a:rPr sz="500" spc="-25" dirty="0">
                          <a:solidFill>
                            <a:srgbClr val="666666"/>
                          </a:solidFill>
                          <a:latin typeface="MingLiU_HKSCS-ExtB"/>
                          <a:cs typeface="MingLiU_HKSCS-ExtB"/>
                        </a:rPr>
                        <a:t>22</a:t>
                      </a:r>
                      <a:endParaRPr sz="500">
                        <a:latin typeface="MingLiU_HKSCS-ExtB"/>
                        <a:cs typeface="MingLiU_HKSCS-ExtB"/>
                      </a:endParaRPr>
                    </a:p>
                  </a:txBody>
                  <a:tcPr marL="0" marR="0" marT="13970" marB="0"/>
                </a:tc>
                <a:tc>
                  <a:txBody>
                    <a:bodyPr/>
                    <a:lstStyle/>
                    <a:p>
                      <a:pPr marL="15875">
                        <a:lnSpc>
                          <a:spcPts val="680"/>
                        </a:lnSpc>
                      </a:pPr>
                      <a:r>
                        <a:rPr sz="650" b="1" spc="20" dirty="0">
                          <a:solidFill>
                            <a:srgbClr val="B25900"/>
                          </a:solidFill>
                          <a:latin typeface="Arial"/>
                          <a:cs typeface="Arial"/>
                        </a:rPr>
                        <a:t>}</a:t>
                      </a:r>
                      <a:endParaRPr sz="65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9695">
                <a:tc>
                  <a:txBody>
                    <a:bodyPr/>
                    <a:lstStyle/>
                    <a:p>
                      <a:pPr marR="9525" algn="ctr">
                        <a:lnSpc>
                          <a:spcPts val="580"/>
                        </a:lnSpc>
                        <a:spcBef>
                          <a:spcPts val="105"/>
                        </a:spcBef>
                      </a:pPr>
                      <a:r>
                        <a:rPr sz="500" spc="-50" dirty="0">
                          <a:solidFill>
                            <a:srgbClr val="666666"/>
                          </a:solidFill>
                          <a:latin typeface="MingLiU_HKSCS-ExtB"/>
                          <a:cs typeface="MingLiU_HKSCS-ExtB"/>
                        </a:rPr>
                        <a:t>9</a:t>
                      </a:r>
                      <a:endParaRPr sz="500">
                        <a:latin typeface="MingLiU_HKSCS-ExtB"/>
                        <a:cs typeface="MingLiU_HKSCS-ExtB"/>
                      </a:endParaRPr>
                    </a:p>
                  </a:txBody>
                  <a:tcPr marL="0" marR="0" marT="1333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22885">
                        <a:lnSpc>
                          <a:spcPts val="685"/>
                        </a:lnSpc>
                      </a:pPr>
                      <a:r>
                        <a:rPr sz="500" dirty="0">
                          <a:solidFill>
                            <a:srgbClr val="666666"/>
                          </a:solidFill>
                          <a:latin typeface="MingLiU_HKSCS-ExtB"/>
                          <a:cs typeface="MingLiU_HKSCS-ExtB"/>
                        </a:rPr>
                        <a:t>23</a:t>
                      </a:r>
                      <a:r>
                        <a:rPr sz="500" spc="-120" dirty="0">
                          <a:solidFill>
                            <a:srgbClr val="666666"/>
                          </a:solidFill>
                          <a:latin typeface="MingLiU_HKSCS-ExtB"/>
                          <a:cs typeface="MingLiU_HKSCS-ExtB"/>
                        </a:rPr>
                        <a:t> </a:t>
                      </a:r>
                      <a:r>
                        <a:rPr sz="650" b="1" spc="20" dirty="0">
                          <a:solidFill>
                            <a:srgbClr val="B25900"/>
                          </a:solidFill>
                          <a:latin typeface="Arial"/>
                          <a:cs typeface="Arial"/>
                        </a:rPr>
                        <a:t>}</a:t>
                      </a:r>
                      <a:endParaRPr sz="65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6520">
                <a:tc>
                  <a:txBody>
                    <a:bodyPr/>
                    <a:lstStyle/>
                    <a:p>
                      <a:pPr marR="42545" algn="ctr">
                        <a:lnSpc>
                          <a:spcPts val="565"/>
                        </a:lnSpc>
                        <a:spcBef>
                          <a:spcPts val="95"/>
                        </a:spcBef>
                      </a:pPr>
                      <a:r>
                        <a:rPr sz="500" spc="-25" dirty="0">
                          <a:solidFill>
                            <a:srgbClr val="666666"/>
                          </a:solidFill>
                          <a:latin typeface="MingLiU_HKSCS-ExtB"/>
                          <a:cs typeface="MingLiU_HKSCS-ExtB"/>
                        </a:rPr>
                        <a:t>10</a:t>
                      </a:r>
                      <a:endParaRPr sz="500">
                        <a:latin typeface="MingLiU_HKSCS-ExtB"/>
                        <a:cs typeface="MingLiU_HKSCS-ExtB"/>
                      </a:endParaRPr>
                    </a:p>
                  </a:txBody>
                  <a:tcPr marL="0" marR="0" marT="12065" marB="0"/>
                </a:tc>
                <a:tc>
                  <a:txBody>
                    <a:bodyPr/>
                    <a:lstStyle/>
                    <a:p>
                      <a:pPr marL="81915">
                        <a:lnSpc>
                          <a:spcPts val="665"/>
                        </a:lnSpc>
                      </a:pPr>
                      <a:r>
                        <a:rPr sz="650" dirty="0">
                          <a:solidFill>
                            <a:srgbClr val="009380"/>
                          </a:solidFill>
                          <a:latin typeface="MingLiU_HKSCS-ExtB"/>
                          <a:cs typeface="MingLiU_HKSCS-ExtB"/>
                        </a:rPr>
                        <a:t>//</a:t>
                      </a:r>
                      <a:r>
                        <a:rPr sz="650" spc="-20" dirty="0">
                          <a:solidFill>
                            <a:srgbClr val="009380"/>
                          </a:solidFill>
                          <a:latin typeface="MingLiU_HKSCS-ExtB"/>
                          <a:cs typeface="MingLiU_HKSCS-ExtB"/>
                        </a:rPr>
                        <a:t> </a:t>
                      </a:r>
                      <a:r>
                        <a:rPr sz="650" dirty="0">
                          <a:solidFill>
                            <a:srgbClr val="009380"/>
                          </a:solidFill>
                          <a:latin typeface="MingLiU_HKSCS-ExtB"/>
                          <a:cs typeface="MingLiU_HKSCS-ExtB"/>
                        </a:rPr>
                        <a:t>loop</a:t>
                      </a:r>
                      <a:r>
                        <a:rPr sz="650" spc="-15" dirty="0">
                          <a:solidFill>
                            <a:srgbClr val="009380"/>
                          </a:solidFill>
                          <a:latin typeface="MingLiU_HKSCS-ExtB"/>
                          <a:cs typeface="MingLiU_HKSCS-ExtB"/>
                        </a:rPr>
                        <a:t> </a:t>
                      </a:r>
                      <a:r>
                        <a:rPr sz="650" dirty="0">
                          <a:solidFill>
                            <a:srgbClr val="009380"/>
                          </a:solidFill>
                          <a:latin typeface="MingLiU_HKSCS-ExtB"/>
                          <a:cs typeface="MingLiU_HKSCS-ExtB"/>
                        </a:rPr>
                        <a:t>para</a:t>
                      </a:r>
                      <a:r>
                        <a:rPr sz="650" spc="-20" dirty="0">
                          <a:solidFill>
                            <a:srgbClr val="009380"/>
                          </a:solidFill>
                          <a:latin typeface="MingLiU_HKSCS-ExtB"/>
                          <a:cs typeface="MingLiU_HKSCS-ExtB"/>
                        </a:rPr>
                        <a:t> </a:t>
                      </a:r>
                      <a:r>
                        <a:rPr sz="650" dirty="0">
                          <a:solidFill>
                            <a:srgbClr val="009380"/>
                          </a:solidFill>
                          <a:latin typeface="MingLiU_HKSCS-ExtB"/>
                          <a:cs typeface="MingLiU_HKSCS-ExtB"/>
                        </a:rPr>
                        <a:t>leitura</a:t>
                      </a:r>
                      <a:r>
                        <a:rPr sz="650" spc="-15" dirty="0">
                          <a:solidFill>
                            <a:srgbClr val="009380"/>
                          </a:solidFill>
                          <a:latin typeface="MingLiU_HKSCS-ExtB"/>
                          <a:cs typeface="MingLiU_HKSCS-ExtB"/>
                        </a:rPr>
                        <a:t> </a:t>
                      </a:r>
                      <a:r>
                        <a:rPr sz="650" dirty="0">
                          <a:solidFill>
                            <a:srgbClr val="009380"/>
                          </a:solidFill>
                          <a:latin typeface="MingLiU_HKSCS-ExtB"/>
                          <a:cs typeface="MingLiU_HKSCS-ExtB"/>
                        </a:rPr>
                        <a:t>dos</a:t>
                      </a:r>
                      <a:r>
                        <a:rPr sz="650" spc="-15" dirty="0">
                          <a:solidFill>
                            <a:srgbClr val="009380"/>
                          </a:solidFill>
                          <a:latin typeface="MingLiU_HKSCS-ExtB"/>
                          <a:cs typeface="MingLiU_HKSCS-ExtB"/>
                        </a:rPr>
                        <a:t> </a:t>
                      </a:r>
                      <a:r>
                        <a:rPr sz="650" dirty="0">
                          <a:solidFill>
                            <a:srgbClr val="009380"/>
                          </a:solidFill>
                          <a:latin typeface="MingLiU_HKSCS-ExtB"/>
                          <a:cs typeface="MingLiU_HKSCS-ExtB"/>
                        </a:rPr>
                        <a:t>10</a:t>
                      </a:r>
                      <a:r>
                        <a:rPr sz="650" spc="-20" dirty="0">
                          <a:solidFill>
                            <a:srgbClr val="009380"/>
                          </a:solidFill>
                          <a:latin typeface="MingLiU_HKSCS-ExtB"/>
                          <a:cs typeface="MingLiU_HKSCS-ExtB"/>
                        </a:rPr>
                        <a:t> </a:t>
                      </a:r>
                      <a:r>
                        <a:rPr sz="650" spc="-10" dirty="0">
                          <a:solidFill>
                            <a:srgbClr val="009380"/>
                          </a:solidFill>
                          <a:latin typeface="MingLiU_HKSCS-ExtB"/>
                          <a:cs typeface="MingLiU_HKSCS-ExtB"/>
                        </a:rPr>
                        <a:t>numeros</a:t>
                      </a:r>
                      <a:endParaRPr sz="650">
                        <a:latin typeface="MingLiU_HKSCS-ExtB"/>
                        <a:cs typeface="MingLiU_HKSCS-ExtB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99695">
                <a:tc>
                  <a:txBody>
                    <a:bodyPr/>
                    <a:lstStyle/>
                    <a:p>
                      <a:pPr marR="42545" algn="ctr">
                        <a:lnSpc>
                          <a:spcPts val="580"/>
                        </a:lnSpc>
                        <a:spcBef>
                          <a:spcPts val="110"/>
                        </a:spcBef>
                      </a:pPr>
                      <a:r>
                        <a:rPr sz="500" spc="-25" dirty="0">
                          <a:solidFill>
                            <a:srgbClr val="666666"/>
                          </a:solidFill>
                          <a:latin typeface="MingLiU_HKSCS-ExtB"/>
                          <a:cs typeface="MingLiU_HKSCS-ExtB"/>
                        </a:rPr>
                        <a:t>11</a:t>
                      </a:r>
                      <a:endParaRPr sz="500">
                        <a:latin typeface="MingLiU_HKSCS-ExtB"/>
                        <a:cs typeface="MingLiU_HKSCS-ExtB"/>
                      </a:endParaRPr>
                    </a:p>
                  </a:txBody>
                  <a:tcPr marL="0" marR="0" marT="13970" marB="0"/>
                </a:tc>
                <a:tc>
                  <a:txBody>
                    <a:bodyPr/>
                    <a:lstStyle/>
                    <a:p>
                      <a:pPr marL="81915">
                        <a:lnSpc>
                          <a:spcPts val="690"/>
                        </a:lnSpc>
                      </a:pPr>
                      <a:r>
                        <a:rPr sz="650" b="1" dirty="0">
                          <a:solidFill>
                            <a:srgbClr val="00AC8C"/>
                          </a:solidFill>
                          <a:latin typeface="Arial"/>
                          <a:cs typeface="Arial"/>
                        </a:rPr>
                        <a:t>for</a:t>
                      </a:r>
                      <a:r>
                        <a:rPr sz="650" b="1" spc="160" dirty="0">
                          <a:solidFill>
                            <a:srgbClr val="00AC8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650" dirty="0">
                          <a:solidFill>
                            <a:srgbClr val="B25900"/>
                          </a:solidFill>
                          <a:latin typeface="MingLiU_HKSCS-ExtB"/>
                          <a:cs typeface="MingLiU_HKSCS-ExtB"/>
                        </a:rPr>
                        <a:t>(</a:t>
                      </a:r>
                      <a:r>
                        <a:rPr sz="650" b="1" dirty="0">
                          <a:solidFill>
                            <a:srgbClr val="00AC8C"/>
                          </a:solidFill>
                          <a:latin typeface="Arial"/>
                          <a:cs typeface="Arial"/>
                        </a:rPr>
                        <a:t>int</a:t>
                      </a:r>
                      <a:r>
                        <a:rPr sz="650" b="1" spc="160" dirty="0">
                          <a:solidFill>
                            <a:srgbClr val="00AC8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650" dirty="0">
                          <a:solidFill>
                            <a:srgbClr val="595959"/>
                          </a:solidFill>
                          <a:latin typeface="MingLiU_HKSCS-ExtB"/>
                          <a:cs typeface="MingLiU_HKSCS-ExtB"/>
                        </a:rPr>
                        <a:t>i</a:t>
                      </a:r>
                      <a:r>
                        <a:rPr sz="650" spc="20" dirty="0">
                          <a:solidFill>
                            <a:srgbClr val="595959"/>
                          </a:solidFill>
                          <a:latin typeface="MingLiU_HKSCS-ExtB"/>
                          <a:cs typeface="MingLiU_HKSCS-ExtB"/>
                        </a:rPr>
                        <a:t> </a:t>
                      </a:r>
                      <a:r>
                        <a:rPr sz="650" dirty="0">
                          <a:solidFill>
                            <a:srgbClr val="595959"/>
                          </a:solidFill>
                          <a:latin typeface="MingLiU_HKSCS-ExtB"/>
                          <a:cs typeface="MingLiU_HKSCS-ExtB"/>
                        </a:rPr>
                        <a:t>=</a:t>
                      </a:r>
                      <a:r>
                        <a:rPr sz="650" spc="25" dirty="0">
                          <a:solidFill>
                            <a:srgbClr val="595959"/>
                          </a:solidFill>
                          <a:latin typeface="MingLiU_HKSCS-ExtB"/>
                          <a:cs typeface="MingLiU_HKSCS-ExtB"/>
                        </a:rPr>
                        <a:t> </a:t>
                      </a:r>
                      <a:r>
                        <a:rPr sz="650" dirty="0">
                          <a:solidFill>
                            <a:srgbClr val="595959"/>
                          </a:solidFill>
                          <a:latin typeface="MingLiU_HKSCS-ExtB"/>
                          <a:cs typeface="MingLiU_HKSCS-ExtB"/>
                        </a:rPr>
                        <a:t>0;</a:t>
                      </a:r>
                      <a:r>
                        <a:rPr sz="650" spc="20" dirty="0">
                          <a:solidFill>
                            <a:srgbClr val="595959"/>
                          </a:solidFill>
                          <a:latin typeface="MingLiU_HKSCS-ExtB"/>
                          <a:cs typeface="MingLiU_HKSCS-ExtB"/>
                        </a:rPr>
                        <a:t> </a:t>
                      </a:r>
                      <a:r>
                        <a:rPr sz="650" dirty="0">
                          <a:solidFill>
                            <a:srgbClr val="595959"/>
                          </a:solidFill>
                          <a:latin typeface="MingLiU_HKSCS-ExtB"/>
                          <a:cs typeface="MingLiU_HKSCS-ExtB"/>
                        </a:rPr>
                        <a:t>i</a:t>
                      </a:r>
                      <a:r>
                        <a:rPr sz="650" spc="20" dirty="0">
                          <a:solidFill>
                            <a:srgbClr val="595959"/>
                          </a:solidFill>
                          <a:latin typeface="MingLiU_HKSCS-ExtB"/>
                          <a:cs typeface="MingLiU_HKSCS-ExtB"/>
                        </a:rPr>
                        <a:t> </a:t>
                      </a:r>
                      <a:r>
                        <a:rPr sz="650" dirty="0">
                          <a:solidFill>
                            <a:srgbClr val="595959"/>
                          </a:solidFill>
                          <a:latin typeface="MingLiU_HKSCS-ExtB"/>
                          <a:cs typeface="MingLiU_HKSCS-ExtB"/>
                        </a:rPr>
                        <a:t>&lt;</a:t>
                      </a:r>
                      <a:r>
                        <a:rPr sz="650" spc="25" dirty="0">
                          <a:solidFill>
                            <a:srgbClr val="595959"/>
                          </a:solidFill>
                          <a:latin typeface="MingLiU_HKSCS-ExtB"/>
                          <a:cs typeface="MingLiU_HKSCS-ExtB"/>
                        </a:rPr>
                        <a:t> </a:t>
                      </a:r>
                      <a:r>
                        <a:rPr sz="650" dirty="0">
                          <a:solidFill>
                            <a:srgbClr val="595959"/>
                          </a:solidFill>
                          <a:latin typeface="MingLiU_HKSCS-ExtB"/>
                          <a:cs typeface="MingLiU_HKSCS-ExtB"/>
                        </a:rPr>
                        <a:t>10;</a:t>
                      </a:r>
                      <a:r>
                        <a:rPr sz="650" spc="20" dirty="0">
                          <a:solidFill>
                            <a:srgbClr val="595959"/>
                          </a:solidFill>
                          <a:latin typeface="MingLiU_HKSCS-ExtB"/>
                          <a:cs typeface="MingLiU_HKSCS-ExtB"/>
                        </a:rPr>
                        <a:t> </a:t>
                      </a:r>
                      <a:r>
                        <a:rPr sz="650" dirty="0">
                          <a:solidFill>
                            <a:srgbClr val="595959"/>
                          </a:solidFill>
                          <a:latin typeface="MingLiU_HKSCS-ExtB"/>
                          <a:cs typeface="MingLiU_HKSCS-ExtB"/>
                        </a:rPr>
                        <a:t>i++</a:t>
                      </a:r>
                      <a:r>
                        <a:rPr sz="650" dirty="0">
                          <a:solidFill>
                            <a:srgbClr val="B25900"/>
                          </a:solidFill>
                          <a:latin typeface="MingLiU_HKSCS-ExtB"/>
                          <a:cs typeface="MingLiU_HKSCS-ExtB"/>
                        </a:rPr>
                        <a:t>)</a:t>
                      </a:r>
                      <a:r>
                        <a:rPr sz="650" spc="20" dirty="0">
                          <a:solidFill>
                            <a:srgbClr val="B25900"/>
                          </a:solidFill>
                          <a:latin typeface="MingLiU_HKSCS-ExtB"/>
                          <a:cs typeface="MingLiU_HKSCS-ExtB"/>
                        </a:rPr>
                        <a:t> </a:t>
                      </a:r>
                      <a:r>
                        <a:rPr sz="650" b="1" spc="20" dirty="0">
                          <a:solidFill>
                            <a:srgbClr val="B25900"/>
                          </a:solidFill>
                          <a:latin typeface="Arial"/>
                          <a:cs typeface="Arial"/>
                        </a:rPr>
                        <a:t>{</a:t>
                      </a:r>
                      <a:endParaRPr sz="65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97790">
                <a:tc>
                  <a:txBody>
                    <a:bodyPr/>
                    <a:lstStyle/>
                    <a:p>
                      <a:pPr marR="42545" algn="ctr">
                        <a:lnSpc>
                          <a:spcPts val="575"/>
                        </a:lnSpc>
                        <a:spcBef>
                          <a:spcPts val="95"/>
                        </a:spcBef>
                      </a:pPr>
                      <a:r>
                        <a:rPr sz="500" spc="-25" dirty="0">
                          <a:solidFill>
                            <a:srgbClr val="666666"/>
                          </a:solidFill>
                          <a:latin typeface="MingLiU_HKSCS-ExtB"/>
                          <a:cs typeface="MingLiU_HKSCS-ExtB"/>
                        </a:rPr>
                        <a:t>12</a:t>
                      </a:r>
                      <a:endParaRPr sz="500">
                        <a:latin typeface="MingLiU_HKSCS-ExtB"/>
                        <a:cs typeface="MingLiU_HKSCS-ExtB"/>
                      </a:endParaRPr>
                    </a:p>
                  </a:txBody>
                  <a:tcPr marL="0" marR="0" marT="12065" marB="0"/>
                </a:tc>
                <a:tc>
                  <a:txBody>
                    <a:bodyPr/>
                    <a:lstStyle/>
                    <a:p>
                      <a:pPr marL="156210">
                        <a:lnSpc>
                          <a:spcPts val="675"/>
                        </a:lnSpc>
                      </a:pPr>
                      <a:r>
                        <a:rPr sz="650" spc="-10" dirty="0">
                          <a:solidFill>
                            <a:srgbClr val="595959"/>
                          </a:solidFill>
                          <a:latin typeface="MingLiU_HKSCS-ExtB"/>
                          <a:cs typeface="MingLiU_HKSCS-ExtB"/>
                        </a:rPr>
                        <a:t>System.out.println</a:t>
                      </a:r>
                      <a:r>
                        <a:rPr sz="650" spc="-10" dirty="0">
                          <a:solidFill>
                            <a:srgbClr val="B25900"/>
                          </a:solidFill>
                          <a:latin typeface="MingLiU_HKSCS-ExtB"/>
                          <a:cs typeface="MingLiU_HKSCS-ExtB"/>
                        </a:rPr>
                        <a:t>("Digite</a:t>
                      </a:r>
                      <a:r>
                        <a:rPr sz="650" spc="10" dirty="0">
                          <a:solidFill>
                            <a:srgbClr val="B25900"/>
                          </a:solidFill>
                          <a:latin typeface="MingLiU_HKSCS-ExtB"/>
                          <a:cs typeface="MingLiU_HKSCS-ExtB"/>
                        </a:rPr>
                        <a:t> </a:t>
                      </a:r>
                      <a:r>
                        <a:rPr sz="650" dirty="0">
                          <a:solidFill>
                            <a:srgbClr val="B25900"/>
                          </a:solidFill>
                          <a:latin typeface="MingLiU_HKSCS-ExtB"/>
                          <a:cs typeface="MingLiU_HKSCS-ExtB"/>
                        </a:rPr>
                        <a:t>o</a:t>
                      </a:r>
                      <a:r>
                        <a:rPr sz="650" spc="15" dirty="0">
                          <a:solidFill>
                            <a:srgbClr val="B25900"/>
                          </a:solidFill>
                          <a:latin typeface="MingLiU_HKSCS-ExtB"/>
                          <a:cs typeface="MingLiU_HKSCS-ExtB"/>
                        </a:rPr>
                        <a:t> </a:t>
                      </a:r>
                      <a:r>
                        <a:rPr sz="650" dirty="0">
                          <a:solidFill>
                            <a:srgbClr val="B25900"/>
                          </a:solidFill>
                          <a:latin typeface="MingLiU_HKSCS-ExtB"/>
                          <a:cs typeface="MingLiU_HKSCS-ExtB"/>
                        </a:rPr>
                        <a:t>numero</a:t>
                      </a:r>
                      <a:r>
                        <a:rPr sz="650" spc="15" dirty="0">
                          <a:solidFill>
                            <a:srgbClr val="B25900"/>
                          </a:solidFill>
                          <a:latin typeface="MingLiU_HKSCS-ExtB"/>
                          <a:cs typeface="MingLiU_HKSCS-ExtB"/>
                        </a:rPr>
                        <a:t> </a:t>
                      </a:r>
                      <a:r>
                        <a:rPr sz="650" dirty="0">
                          <a:solidFill>
                            <a:srgbClr val="B25900"/>
                          </a:solidFill>
                          <a:latin typeface="MingLiU_HKSCS-ExtB"/>
                          <a:cs typeface="MingLiU_HKSCS-ExtB"/>
                        </a:rPr>
                        <a:t>"</a:t>
                      </a:r>
                      <a:r>
                        <a:rPr sz="650" spc="15" dirty="0">
                          <a:solidFill>
                            <a:srgbClr val="B25900"/>
                          </a:solidFill>
                          <a:latin typeface="MingLiU_HKSCS-ExtB"/>
                          <a:cs typeface="MingLiU_HKSCS-ExtB"/>
                        </a:rPr>
                        <a:t> </a:t>
                      </a:r>
                      <a:r>
                        <a:rPr sz="650" dirty="0">
                          <a:solidFill>
                            <a:srgbClr val="595959"/>
                          </a:solidFill>
                          <a:latin typeface="MingLiU_HKSCS-ExtB"/>
                          <a:cs typeface="MingLiU_HKSCS-ExtB"/>
                        </a:rPr>
                        <a:t>+</a:t>
                      </a:r>
                      <a:r>
                        <a:rPr sz="650" spc="15" dirty="0">
                          <a:solidFill>
                            <a:srgbClr val="595959"/>
                          </a:solidFill>
                          <a:latin typeface="MingLiU_HKSCS-ExtB"/>
                          <a:cs typeface="MingLiU_HKSCS-ExtB"/>
                        </a:rPr>
                        <a:t> </a:t>
                      </a:r>
                      <a:r>
                        <a:rPr sz="650" dirty="0">
                          <a:solidFill>
                            <a:srgbClr val="B25900"/>
                          </a:solidFill>
                          <a:latin typeface="MingLiU_HKSCS-ExtB"/>
                          <a:cs typeface="MingLiU_HKSCS-ExtB"/>
                        </a:rPr>
                        <a:t>(</a:t>
                      </a:r>
                      <a:r>
                        <a:rPr sz="650" dirty="0">
                          <a:solidFill>
                            <a:srgbClr val="595959"/>
                          </a:solidFill>
                          <a:latin typeface="MingLiU_HKSCS-ExtB"/>
                          <a:cs typeface="MingLiU_HKSCS-ExtB"/>
                        </a:rPr>
                        <a:t>i</a:t>
                      </a:r>
                      <a:r>
                        <a:rPr sz="650" spc="15" dirty="0">
                          <a:solidFill>
                            <a:srgbClr val="595959"/>
                          </a:solidFill>
                          <a:latin typeface="MingLiU_HKSCS-ExtB"/>
                          <a:cs typeface="MingLiU_HKSCS-ExtB"/>
                        </a:rPr>
                        <a:t> </a:t>
                      </a:r>
                      <a:r>
                        <a:rPr sz="650" dirty="0">
                          <a:solidFill>
                            <a:srgbClr val="595959"/>
                          </a:solidFill>
                          <a:latin typeface="MingLiU_HKSCS-ExtB"/>
                          <a:cs typeface="MingLiU_HKSCS-ExtB"/>
                        </a:rPr>
                        <a:t>+</a:t>
                      </a:r>
                      <a:r>
                        <a:rPr sz="650" spc="15" dirty="0">
                          <a:solidFill>
                            <a:srgbClr val="595959"/>
                          </a:solidFill>
                          <a:latin typeface="MingLiU_HKSCS-ExtB"/>
                          <a:cs typeface="MingLiU_HKSCS-ExtB"/>
                        </a:rPr>
                        <a:t> </a:t>
                      </a:r>
                      <a:r>
                        <a:rPr sz="650" spc="-20" dirty="0">
                          <a:solidFill>
                            <a:srgbClr val="595959"/>
                          </a:solidFill>
                          <a:latin typeface="MingLiU_HKSCS-ExtB"/>
                          <a:cs typeface="MingLiU_HKSCS-ExtB"/>
                        </a:rPr>
                        <a:t>1</a:t>
                      </a:r>
                      <a:r>
                        <a:rPr sz="650" spc="-20" dirty="0">
                          <a:solidFill>
                            <a:srgbClr val="B25900"/>
                          </a:solidFill>
                          <a:latin typeface="MingLiU_HKSCS-ExtB"/>
                          <a:cs typeface="MingLiU_HKSCS-ExtB"/>
                        </a:rPr>
                        <a:t>))</a:t>
                      </a:r>
                      <a:r>
                        <a:rPr sz="650" spc="-20" dirty="0">
                          <a:solidFill>
                            <a:srgbClr val="595959"/>
                          </a:solidFill>
                          <a:latin typeface="MingLiU_HKSCS-ExtB"/>
                          <a:cs typeface="MingLiU_HKSCS-ExtB"/>
                        </a:rPr>
                        <a:t>;</a:t>
                      </a:r>
                      <a:endParaRPr sz="650">
                        <a:latin typeface="MingLiU_HKSCS-ExtB"/>
                        <a:cs typeface="MingLiU_HKSCS-ExtB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97155">
                <a:tc>
                  <a:txBody>
                    <a:bodyPr/>
                    <a:lstStyle/>
                    <a:p>
                      <a:pPr marR="42545" algn="ctr">
                        <a:lnSpc>
                          <a:spcPts val="565"/>
                        </a:lnSpc>
                        <a:spcBef>
                          <a:spcPts val="100"/>
                        </a:spcBef>
                      </a:pPr>
                      <a:r>
                        <a:rPr sz="500" spc="-25" dirty="0">
                          <a:solidFill>
                            <a:srgbClr val="666666"/>
                          </a:solidFill>
                          <a:latin typeface="MingLiU_HKSCS-ExtB"/>
                          <a:cs typeface="MingLiU_HKSCS-ExtB"/>
                        </a:rPr>
                        <a:t>13</a:t>
                      </a:r>
                      <a:endParaRPr sz="500">
                        <a:latin typeface="MingLiU_HKSCS-ExtB"/>
                        <a:cs typeface="MingLiU_HKSCS-ExtB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 marL="156210">
                        <a:lnSpc>
                          <a:spcPts val="670"/>
                        </a:lnSpc>
                      </a:pPr>
                      <a:r>
                        <a:rPr sz="650" dirty="0">
                          <a:solidFill>
                            <a:srgbClr val="595959"/>
                          </a:solidFill>
                          <a:latin typeface="MingLiU_HKSCS-ExtB"/>
                          <a:cs typeface="MingLiU_HKSCS-ExtB"/>
                        </a:rPr>
                        <a:t>numeros</a:t>
                      </a:r>
                      <a:r>
                        <a:rPr sz="650" dirty="0">
                          <a:solidFill>
                            <a:srgbClr val="B25900"/>
                          </a:solidFill>
                          <a:latin typeface="MingLiU_HKSCS-ExtB"/>
                          <a:cs typeface="MingLiU_HKSCS-ExtB"/>
                        </a:rPr>
                        <a:t>[</a:t>
                      </a:r>
                      <a:r>
                        <a:rPr sz="650" dirty="0">
                          <a:solidFill>
                            <a:srgbClr val="595959"/>
                          </a:solidFill>
                          <a:latin typeface="MingLiU_HKSCS-ExtB"/>
                          <a:cs typeface="MingLiU_HKSCS-ExtB"/>
                        </a:rPr>
                        <a:t>i</a:t>
                      </a:r>
                      <a:r>
                        <a:rPr sz="650" dirty="0">
                          <a:solidFill>
                            <a:srgbClr val="B25900"/>
                          </a:solidFill>
                          <a:latin typeface="MingLiU_HKSCS-ExtB"/>
                          <a:cs typeface="MingLiU_HKSCS-ExtB"/>
                        </a:rPr>
                        <a:t>]</a:t>
                      </a:r>
                      <a:r>
                        <a:rPr sz="650" spc="-25" dirty="0">
                          <a:solidFill>
                            <a:srgbClr val="B25900"/>
                          </a:solidFill>
                          <a:latin typeface="MingLiU_HKSCS-ExtB"/>
                          <a:cs typeface="MingLiU_HKSCS-ExtB"/>
                        </a:rPr>
                        <a:t> </a:t>
                      </a:r>
                      <a:r>
                        <a:rPr sz="650" dirty="0">
                          <a:solidFill>
                            <a:srgbClr val="595959"/>
                          </a:solidFill>
                          <a:latin typeface="MingLiU_HKSCS-ExtB"/>
                          <a:cs typeface="MingLiU_HKSCS-ExtB"/>
                        </a:rPr>
                        <a:t>=</a:t>
                      </a:r>
                      <a:r>
                        <a:rPr sz="650" spc="-25" dirty="0">
                          <a:solidFill>
                            <a:srgbClr val="595959"/>
                          </a:solidFill>
                          <a:latin typeface="MingLiU_HKSCS-ExtB"/>
                          <a:cs typeface="MingLiU_HKSCS-ExtB"/>
                        </a:rPr>
                        <a:t> </a:t>
                      </a:r>
                      <a:r>
                        <a:rPr sz="650" spc="-10" dirty="0">
                          <a:solidFill>
                            <a:srgbClr val="595959"/>
                          </a:solidFill>
                          <a:latin typeface="MingLiU_HKSCS-ExtB"/>
                          <a:cs typeface="MingLiU_HKSCS-ExtB"/>
                        </a:rPr>
                        <a:t>entrada.nextInt</a:t>
                      </a:r>
                      <a:r>
                        <a:rPr sz="650" spc="-10" dirty="0">
                          <a:solidFill>
                            <a:srgbClr val="B25900"/>
                          </a:solidFill>
                          <a:latin typeface="MingLiU_HKSCS-ExtB"/>
                          <a:cs typeface="MingLiU_HKSCS-ExtB"/>
                        </a:rPr>
                        <a:t>()</a:t>
                      </a:r>
                      <a:r>
                        <a:rPr sz="650" spc="-10" dirty="0">
                          <a:solidFill>
                            <a:srgbClr val="595959"/>
                          </a:solidFill>
                          <a:latin typeface="MingLiU_HKSCS-ExtB"/>
                          <a:cs typeface="MingLiU_HKSCS-ExtB"/>
                        </a:rPr>
                        <a:t>;</a:t>
                      </a:r>
                      <a:endParaRPr sz="650">
                        <a:latin typeface="MingLiU_HKSCS-ExtB"/>
                        <a:cs typeface="MingLiU_HKSCS-ExtB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92710">
                <a:tc>
                  <a:txBody>
                    <a:bodyPr/>
                    <a:lstStyle/>
                    <a:p>
                      <a:pPr marR="42545" algn="ctr">
                        <a:lnSpc>
                          <a:spcPts val="525"/>
                        </a:lnSpc>
                        <a:spcBef>
                          <a:spcPts val="110"/>
                        </a:spcBef>
                      </a:pPr>
                      <a:r>
                        <a:rPr sz="500" spc="-25" dirty="0">
                          <a:solidFill>
                            <a:srgbClr val="666666"/>
                          </a:solidFill>
                          <a:latin typeface="MingLiU_HKSCS-ExtB"/>
                          <a:cs typeface="MingLiU_HKSCS-ExtB"/>
                        </a:rPr>
                        <a:t>14</a:t>
                      </a:r>
                      <a:endParaRPr sz="500">
                        <a:latin typeface="MingLiU_HKSCS-ExtB"/>
                        <a:cs typeface="MingLiU_HKSCS-ExtB"/>
                      </a:endParaRPr>
                    </a:p>
                  </a:txBody>
                  <a:tcPr marL="0" marR="0" marT="13970" marB="0"/>
                </a:tc>
                <a:tc>
                  <a:txBody>
                    <a:bodyPr/>
                    <a:lstStyle/>
                    <a:p>
                      <a:pPr marL="81915">
                        <a:lnSpc>
                          <a:spcPts val="635"/>
                        </a:lnSpc>
                      </a:pPr>
                      <a:r>
                        <a:rPr sz="650" b="1" spc="20" dirty="0">
                          <a:solidFill>
                            <a:srgbClr val="B25900"/>
                          </a:solidFill>
                          <a:latin typeface="Arial"/>
                          <a:cs typeface="Arial"/>
                        </a:rPr>
                        <a:t>}</a:t>
                      </a:r>
                      <a:endParaRPr sz="65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8" name="object 8"/>
          <p:cNvSpPr/>
          <p:nvPr/>
        </p:nvSpPr>
        <p:spPr>
          <a:xfrm>
            <a:off x="0" y="3202038"/>
            <a:ext cx="5760085" cy="38100"/>
          </a:xfrm>
          <a:custGeom>
            <a:avLst/>
            <a:gdLst/>
            <a:ahLst/>
            <a:cxnLst/>
            <a:rect l="l" t="t" r="r" b="b"/>
            <a:pathLst>
              <a:path w="5760085" h="38100">
                <a:moveTo>
                  <a:pt x="5759996" y="0"/>
                </a:moveTo>
                <a:lnTo>
                  <a:pt x="0" y="0"/>
                </a:lnTo>
                <a:lnTo>
                  <a:pt x="0" y="37960"/>
                </a:lnTo>
                <a:lnTo>
                  <a:pt x="5759996" y="37960"/>
                </a:lnTo>
                <a:lnTo>
                  <a:pt x="5759996" y="0"/>
                </a:lnTo>
                <a:close/>
              </a:path>
            </a:pathLst>
          </a:custGeom>
          <a:solidFill>
            <a:srgbClr val="00AC8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fld id="{81D60167-4931-47E6-BA6A-407CBD079E47}" type="slidenum">
              <a:rPr spc="-25" dirty="0"/>
              <a:t>16</a:t>
            </a:fld>
            <a:endParaRPr spc="-25" dirty="0"/>
          </a:p>
        </p:txBody>
      </p:sp>
    </p:spTree>
  </p:cSld>
  <p:clrMapOvr>
    <a:masterClrMapping/>
  </p:clrMapOvr>
  <p:transition>
    <p:cut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3101" y="2264998"/>
            <a:ext cx="1183640" cy="24511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Vetores</a:t>
            </a:r>
            <a:r>
              <a:rPr sz="1400" spc="4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Times New Roman"/>
                <a:cs typeface="Times New Roman"/>
              </a:rPr>
              <a:t>Arrays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685529" y="1209935"/>
            <a:ext cx="2885440" cy="555625"/>
          </a:xfrm>
          <a:prstGeom prst="rect">
            <a:avLst/>
          </a:prstGeom>
        </p:spPr>
        <p:txBody>
          <a:bodyPr vert="horz" wrap="square" lIns="0" tIns="111760" rIns="0" bIns="0" rtlCol="0">
            <a:spAutoFit/>
          </a:bodyPr>
          <a:lstStyle/>
          <a:p>
            <a:pPr marL="1052830" marR="5080" indent="-1040765">
              <a:lnSpc>
                <a:spcPct val="68800"/>
              </a:lnSpc>
              <a:spcBef>
                <a:spcPts val="880"/>
              </a:spcBef>
            </a:pPr>
            <a:r>
              <a:rPr sz="2050" spc="-85" dirty="0">
                <a:latin typeface="Arial MT"/>
                <a:cs typeface="Arial MT"/>
                <a:hlinkClick r:id="rId2" action="ppaction://hlinksldjump"/>
              </a:rPr>
              <a:t>Declarando</a:t>
            </a:r>
            <a:r>
              <a:rPr sz="2050" spc="-15" dirty="0">
                <a:latin typeface="Arial MT"/>
                <a:cs typeface="Arial MT"/>
                <a:hlinkClick r:id="rId2" action="ppaction://hlinksldjump"/>
              </a:rPr>
              <a:t> </a:t>
            </a:r>
            <a:r>
              <a:rPr sz="2050" spc="-210" dirty="0">
                <a:latin typeface="Arial MT"/>
                <a:cs typeface="Arial MT"/>
                <a:hlinkClick r:id="rId2" action="ppaction://hlinksldjump"/>
              </a:rPr>
              <a:t>e</a:t>
            </a:r>
            <a:r>
              <a:rPr sz="2050" spc="-15" dirty="0">
                <a:latin typeface="Arial MT"/>
                <a:cs typeface="Arial MT"/>
                <a:hlinkClick r:id="rId2" action="ppaction://hlinksldjump"/>
              </a:rPr>
              <a:t> </a:t>
            </a:r>
            <a:r>
              <a:rPr sz="2050" spc="-30" dirty="0">
                <a:latin typeface="Arial MT"/>
                <a:cs typeface="Arial MT"/>
                <a:hlinkClick r:id="rId2" action="ppaction://hlinksldjump"/>
              </a:rPr>
              <a:t>inicializando</a:t>
            </a:r>
            <a:r>
              <a:rPr sz="2050" spc="-30" dirty="0">
                <a:latin typeface="Arial MT"/>
                <a:cs typeface="Arial MT"/>
              </a:rPr>
              <a:t> </a:t>
            </a:r>
            <a:r>
              <a:rPr sz="2050" spc="-10" dirty="0">
                <a:latin typeface="Arial MT"/>
                <a:cs typeface="Arial MT"/>
                <a:hlinkClick r:id="rId2" action="ppaction://hlinksldjump"/>
              </a:rPr>
              <a:t>vetores</a:t>
            </a:r>
            <a:endParaRPr sz="2050">
              <a:latin typeface="Arial MT"/>
              <a:cs typeface="Arial MT"/>
            </a:endParaRPr>
          </a:p>
        </p:txBody>
      </p:sp>
    </p:spTree>
  </p:cSld>
  <p:clrMapOvr>
    <a:masterClrMapping/>
  </p:clrMapOvr>
  <p:transition>
    <p:cut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10" dirty="0"/>
              <a:t>Declaração</a:t>
            </a:r>
            <a:r>
              <a:rPr spc="95" dirty="0"/>
              <a:t> </a:t>
            </a:r>
            <a:r>
              <a:rPr spc="75" dirty="0"/>
              <a:t>e</a:t>
            </a:r>
            <a:r>
              <a:rPr spc="100" dirty="0"/>
              <a:t> </a:t>
            </a:r>
            <a:r>
              <a:rPr spc="45" dirty="0"/>
              <a:t>Inicialização</a:t>
            </a:r>
            <a:r>
              <a:rPr spc="100" dirty="0"/>
              <a:t> </a:t>
            </a:r>
            <a:r>
              <a:rPr spc="10" dirty="0"/>
              <a:t>de</a:t>
            </a:r>
            <a:r>
              <a:rPr spc="95" dirty="0"/>
              <a:t> </a:t>
            </a:r>
            <a:r>
              <a:rPr spc="-10" dirty="0"/>
              <a:t>Vetores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1292" y="762168"/>
            <a:ext cx="5461000" cy="1604010"/>
          </a:xfrm>
          <a:prstGeom prst="rect">
            <a:avLst/>
          </a:prstGeom>
        </p:spPr>
        <p:txBody>
          <a:bodyPr vert="horz" wrap="square" lIns="0" tIns="85090" rIns="0" bIns="0" rtlCol="0">
            <a:spAutoFit/>
          </a:bodyPr>
          <a:lstStyle/>
          <a:p>
            <a:pPr marL="166370" indent="-153670">
              <a:lnSpc>
                <a:spcPct val="100000"/>
              </a:lnSpc>
              <a:spcBef>
                <a:spcPts val="670"/>
              </a:spcBef>
              <a:buClr>
                <a:srgbClr val="00AC8C"/>
              </a:buClr>
              <a:buChar char="•"/>
              <a:tabLst>
                <a:tab pos="166370" algn="l"/>
              </a:tabLst>
            </a:pPr>
            <a:r>
              <a:rPr sz="1400" spc="-85" dirty="0">
                <a:latin typeface="Arial MT"/>
                <a:cs typeface="Arial MT"/>
              </a:rPr>
              <a:t>Podemos</a:t>
            </a:r>
            <a:r>
              <a:rPr sz="1400" spc="-35" dirty="0">
                <a:latin typeface="Arial MT"/>
                <a:cs typeface="Arial MT"/>
              </a:rPr>
              <a:t> declarar</a:t>
            </a:r>
            <a:r>
              <a:rPr sz="1400" spc="-60" dirty="0">
                <a:latin typeface="Arial MT"/>
                <a:cs typeface="Arial MT"/>
              </a:rPr>
              <a:t> </a:t>
            </a:r>
            <a:r>
              <a:rPr sz="1400" spc="-140" dirty="0">
                <a:latin typeface="Arial MT"/>
                <a:cs typeface="Arial MT"/>
              </a:rPr>
              <a:t>e</a:t>
            </a:r>
            <a:r>
              <a:rPr sz="1400" spc="-3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inicializar</a:t>
            </a:r>
            <a:r>
              <a:rPr sz="1400" spc="-3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um</a:t>
            </a:r>
            <a:r>
              <a:rPr sz="1400" spc="-40" dirty="0">
                <a:latin typeface="Arial MT"/>
                <a:cs typeface="Arial MT"/>
              </a:rPr>
              <a:t> </a:t>
            </a:r>
            <a:r>
              <a:rPr sz="1400" spc="-20" dirty="0">
                <a:latin typeface="Arial MT"/>
                <a:cs typeface="Arial MT"/>
              </a:rPr>
              <a:t>vetor</a:t>
            </a:r>
            <a:r>
              <a:rPr sz="1400" spc="-40" dirty="0">
                <a:latin typeface="Arial MT"/>
                <a:cs typeface="Arial MT"/>
              </a:rPr>
              <a:t> </a:t>
            </a:r>
            <a:r>
              <a:rPr sz="1400" spc="-70" dirty="0">
                <a:latin typeface="Arial MT"/>
                <a:cs typeface="Arial MT"/>
              </a:rPr>
              <a:t>passando</a:t>
            </a:r>
            <a:r>
              <a:rPr sz="1400" spc="-35" dirty="0">
                <a:latin typeface="Arial MT"/>
                <a:cs typeface="Arial MT"/>
              </a:rPr>
              <a:t> </a:t>
            </a:r>
            <a:r>
              <a:rPr sz="1400" spc="-25" dirty="0">
                <a:latin typeface="Arial MT"/>
                <a:cs typeface="Arial MT"/>
              </a:rPr>
              <a:t>uma</a:t>
            </a:r>
            <a:r>
              <a:rPr sz="1400" spc="-4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lista</a:t>
            </a:r>
            <a:r>
              <a:rPr sz="1400" spc="-40" dirty="0">
                <a:latin typeface="Arial MT"/>
                <a:cs typeface="Arial MT"/>
              </a:rPr>
              <a:t> </a:t>
            </a:r>
            <a:r>
              <a:rPr sz="1400" spc="-85" dirty="0">
                <a:latin typeface="Arial MT"/>
                <a:cs typeface="Arial MT"/>
              </a:rPr>
              <a:t>de</a:t>
            </a:r>
            <a:r>
              <a:rPr sz="1400" spc="-35" dirty="0">
                <a:latin typeface="Arial MT"/>
                <a:cs typeface="Arial MT"/>
              </a:rPr>
              <a:t> </a:t>
            </a:r>
            <a:r>
              <a:rPr sz="1400" spc="-20" dirty="0">
                <a:latin typeface="Arial MT"/>
                <a:cs typeface="Arial MT"/>
              </a:rPr>
              <a:t>valores;</a:t>
            </a:r>
            <a:endParaRPr sz="1400">
              <a:latin typeface="Arial MT"/>
              <a:cs typeface="Arial MT"/>
            </a:endParaRPr>
          </a:p>
          <a:p>
            <a:pPr marL="166370" indent="-153670">
              <a:lnSpc>
                <a:spcPct val="100000"/>
              </a:lnSpc>
              <a:spcBef>
                <a:spcPts val="585"/>
              </a:spcBef>
              <a:buClr>
                <a:srgbClr val="00AC8C"/>
              </a:buClr>
              <a:buChar char="•"/>
              <a:tabLst>
                <a:tab pos="166370" algn="l"/>
              </a:tabLst>
            </a:pPr>
            <a:r>
              <a:rPr sz="1400" spc="-85" dirty="0">
                <a:latin typeface="Arial MT"/>
                <a:cs typeface="Arial MT"/>
              </a:rPr>
              <a:t>Tais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spc="-60" dirty="0">
                <a:latin typeface="Arial MT"/>
                <a:cs typeface="Arial MT"/>
              </a:rPr>
              <a:t>valores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spc="-80" dirty="0">
                <a:latin typeface="Arial MT"/>
                <a:cs typeface="Arial MT"/>
              </a:rPr>
              <a:t>devem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spc="-40" dirty="0">
                <a:latin typeface="Arial MT"/>
                <a:cs typeface="Arial MT"/>
              </a:rPr>
              <a:t>estar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spc="-25" dirty="0">
                <a:latin typeface="Arial MT"/>
                <a:cs typeface="Arial MT"/>
              </a:rPr>
              <a:t>entre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spc="-90" dirty="0">
                <a:latin typeface="Arial MT"/>
                <a:cs typeface="Arial MT"/>
              </a:rPr>
              <a:t>chaves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spc="-140" dirty="0">
                <a:latin typeface="Arial MT"/>
                <a:cs typeface="Arial MT"/>
              </a:rPr>
              <a:t>e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spc="-75" dirty="0">
                <a:latin typeface="Arial MT"/>
                <a:cs typeface="Arial MT"/>
              </a:rPr>
              <a:t>separados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por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vírgula:</a:t>
            </a:r>
            <a:endParaRPr sz="1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20"/>
              </a:spcBef>
            </a:pPr>
            <a:endParaRPr sz="1400">
              <a:latin typeface="Arial MT"/>
              <a:cs typeface="Arial MT"/>
            </a:endParaRPr>
          </a:p>
          <a:p>
            <a:pPr marL="542925">
              <a:lnSpc>
                <a:spcPct val="100000"/>
              </a:lnSpc>
            </a:pPr>
            <a:r>
              <a:rPr sz="1000" b="1" spc="-30" dirty="0">
                <a:solidFill>
                  <a:srgbClr val="00AC8C"/>
                </a:solidFill>
                <a:latin typeface="Arial"/>
                <a:cs typeface="Arial"/>
              </a:rPr>
              <a:t>double</a:t>
            </a:r>
            <a:r>
              <a:rPr sz="1000" b="1" spc="155" dirty="0">
                <a:solidFill>
                  <a:srgbClr val="00AC8C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595959"/>
                </a:solidFill>
                <a:latin typeface="MingLiU_HKSCS-ExtB"/>
                <a:cs typeface="MingLiU_HKSCS-ExtB"/>
              </a:rPr>
              <a:t>notas</a:t>
            </a:r>
            <a:r>
              <a:rPr sz="1000" dirty="0">
                <a:solidFill>
                  <a:srgbClr val="B25900"/>
                </a:solidFill>
                <a:latin typeface="MingLiU_HKSCS-ExtB"/>
                <a:cs typeface="MingLiU_HKSCS-ExtB"/>
              </a:rPr>
              <a:t>[]</a:t>
            </a:r>
            <a:r>
              <a:rPr sz="1000" spc="-60" dirty="0">
                <a:solidFill>
                  <a:srgbClr val="B25900"/>
                </a:solidFill>
                <a:latin typeface="MingLiU_HKSCS-ExtB"/>
                <a:cs typeface="MingLiU_HKSCS-ExtB"/>
              </a:rPr>
              <a:t> </a:t>
            </a:r>
            <a:r>
              <a:rPr sz="1000" dirty="0">
                <a:solidFill>
                  <a:srgbClr val="595959"/>
                </a:solidFill>
                <a:latin typeface="MingLiU_HKSCS-ExtB"/>
                <a:cs typeface="MingLiU_HKSCS-ExtB"/>
              </a:rPr>
              <a:t>=</a:t>
            </a:r>
            <a:r>
              <a:rPr sz="1000" spc="-60" dirty="0">
                <a:solidFill>
                  <a:srgbClr val="595959"/>
                </a:solidFill>
                <a:latin typeface="MingLiU_HKSCS-ExtB"/>
                <a:cs typeface="MingLiU_HKSCS-ExtB"/>
              </a:rPr>
              <a:t> </a:t>
            </a:r>
            <a:r>
              <a:rPr sz="1000" b="1" spc="-100" dirty="0">
                <a:solidFill>
                  <a:srgbClr val="00AC8C"/>
                </a:solidFill>
                <a:latin typeface="Arial"/>
                <a:cs typeface="Arial"/>
              </a:rPr>
              <a:t>new</a:t>
            </a:r>
            <a:r>
              <a:rPr sz="1000" b="1" spc="160" dirty="0">
                <a:solidFill>
                  <a:srgbClr val="00AC8C"/>
                </a:solidFill>
                <a:latin typeface="Arial"/>
                <a:cs typeface="Arial"/>
              </a:rPr>
              <a:t> </a:t>
            </a:r>
            <a:r>
              <a:rPr sz="1000" b="1" spc="-10" dirty="0">
                <a:solidFill>
                  <a:srgbClr val="00AC8C"/>
                </a:solidFill>
                <a:latin typeface="Arial"/>
                <a:cs typeface="Arial"/>
              </a:rPr>
              <a:t>double</a:t>
            </a:r>
            <a:r>
              <a:rPr sz="1000" spc="-10" dirty="0">
                <a:solidFill>
                  <a:srgbClr val="B25900"/>
                </a:solidFill>
                <a:latin typeface="MingLiU_HKSCS-ExtB"/>
                <a:cs typeface="MingLiU_HKSCS-ExtB"/>
              </a:rPr>
              <a:t>[]</a:t>
            </a:r>
            <a:r>
              <a:rPr sz="1000" b="1" spc="-10" dirty="0">
                <a:solidFill>
                  <a:srgbClr val="B25900"/>
                </a:solidFill>
                <a:latin typeface="Arial"/>
                <a:cs typeface="Arial"/>
              </a:rPr>
              <a:t>{</a:t>
            </a:r>
            <a:r>
              <a:rPr sz="1000" spc="-10" dirty="0">
                <a:solidFill>
                  <a:srgbClr val="595959"/>
                </a:solidFill>
                <a:latin typeface="MingLiU_HKSCS-ExtB"/>
                <a:cs typeface="MingLiU_HKSCS-ExtB"/>
              </a:rPr>
              <a:t>1.5,</a:t>
            </a:r>
            <a:r>
              <a:rPr sz="1000" spc="-60" dirty="0">
                <a:solidFill>
                  <a:srgbClr val="595959"/>
                </a:solidFill>
                <a:latin typeface="MingLiU_HKSCS-ExtB"/>
                <a:cs typeface="MingLiU_HKSCS-ExtB"/>
              </a:rPr>
              <a:t> </a:t>
            </a:r>
            <a:r>
              <a:rPr sz="1000" dirty="0">
                <a:solidFill>
                  <a:srgbClr val="595959"/>
                </a:solidFill>
                <a:latin typeface="MingLiU_HKSCS-ExtB"/>
                <a:cs typeface="MingLiU_HKSCS-ExtB"/>
              </a:rPr>
              <a:t>4.5,</a:t>
            </a:r>
            <a:r>
              <a:rPr sz="1000" spc="-60" dirty="0">
                <a:solidFill>
                  <a:srgbClr val="595959"/>
                </a:solidFill>
                <a:latin typeface="MingLiU_HKSCS-ExtB"/>
                <a:cs typeface="MingLiU_HKSCS-ExtB"/>
              </a:rPr>
              <a:t> </a:t>
            </a:r>
            <a:r>
              <a:rPr sz="1000" dirty="0">
                <a:solidFill>
                  <a:srgbClr val="595959"/>
                </a:solidFill>
                <a:latin typeface="MingLiU_HKSCS-ExtB"/>
                <a:cs typeface="MingLiU_HKSCS-ExtB"/>
              </a:rPr>
              <a:t>1.2,</a:t>
            </a:r>
            <a:r>
              <a:rPr sz="1000" spc="-65" dirty="0">
                <a:solidFill>
                  <a:srgbClr val="595959"/>
                </a:solidFill>
                <a:latin typeface="MingLiU_HKSCS-ExtB"/>
                <a:cs typeface="MingLiU_HKSCS-ExtB"/>
              </a:rPr>
              <a:t> </a:t>
            </a:r>
            <a:r>
              <a:rPr sz="1000" dirty="0">
                <a:solidFill>
                  <a:srgbClr val="595959"/>
                </a:solidFill>
                <a:latin typeface="MingLiU_HKSCS-ExtB"/>
                <a:cs typeface="MingLiU_HKSCS-ExtB"/>
              </a:rPr>
              <a:t>9.8,</a:t>
            </a:r>
            <a:r>
              <a:rPr sz="1000" spc="-60" dirty="0">
                <a:solidFill>
                  <a:srgbClr val="595959"/>
                </a:solidFill>
                <a:latin typeface="MingLiU_HKSCS-ExtB"/>
                <a:cs typeface="MingLiU_HKSCS-ExtB"/>
              </a:rPr>
              <a:t> </a:t>
            </a:r>
            <a:r>
              <a:rPr sz="1000" spc="-10" dirty="0">
                <a:solidFill>
                  <a:srgbClr val="595959"/>
                </a:solidFill>
                <a:latin typeface="MingLiU_HKSCS-ExtB"/>
                <a:cs typeface="MingLiU_HKSCS-ExtB"/>
              </a:rPr>
              <a:t>9.9</a:t>
            </a:r>
            <a:r>
              <a:rPr sz="1000" b="1" spc="-10" dirty="0">
                <a:solidFill>
                  <a:srgbClr val="B25900"/>
                </a:solidFill>
                <a:latin typeface="Arial"/>
                <a:cs typeface="Arial"/>
              </a:rPr>
              <a:t>}</a:t>
            </a:r>
            <a:r>
              <a:rPr sz="1000" spc="-10" dirty="0">
                <a:solidFill>
                  <a:srgbClr val="595959"/>
                </a:solidFill>
                <a:latin typeface="MingLiU_HKSCS-ExtB"/>
                <a:cs typeface="MingLiU_HKSCS-ExtB"/>
              </a:rPr>
              <a:t>;</a:t>
            </a:r>
            <a:endParaRPr sz="1000">
              <a:latin typeface="MingLiU_HKSCS-ExtB"/>
              <a:cs typeface="MingLiU_HKSCS-ExtB"/>
            </a:endParaRPr>
          </a:p>
          <a:p>
            <a:pPr marL="542925">
              <a:lnSpc>
                <a:spcPct val="100000"/>
              </a:lnSpc>
              <a:spcBef>
                <a:spcPts val="1190"/>
              </a:spcBef>
            </a:pPr>
            <a:r>
              <a:rPr sz="1000" b="1" spc="85" dirty="0">
                <a:solidFill>
                  <a:srgbClr val="00AC8C"/>
                </a:solidFill>
                <a:latin typeface="Arial"/>
                <a:cs typeface="Arial"/>
              </a:rPr>
              <a:t>int</a:t>
            </a:r>
            <a:r>
              <a:rPr sz="1000" b="1" spc="225" dirty="0">
                <a:solidFill>
                  <a:srgbClr val="00AC8C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595959"/>
                </a:solidFill>
                <a:latin typeface="MingLiU_HKSCS-ExtB"/>
                <a:cs typeface="MingLiU_HKSCS-ExtB"/>
              </a:rPr>
              <a:t>primos</a:t>
            </a:r>
            <a:r>
              <a:rPr sz="1000" dirty="0">
                <a:solidFill>
                  <a:srgbClr val="B25900"/>
                </a:solidFill>
                <a:latin typeface="MingLiU_HKSCS-ExtB"/>
                <a:cs typeface="MingLiU_HKSCS-ExtB"/>
              </a:rPr>
              <a:t>[]</a:t>
            </a:r>
            <a:r>
              <a:rPr sz="1000" spc="5" dirty="0">
                <a:solidFill>
                  <a:srgbClr val="B25900"/>
                </a:solidFill>
                <a:latin typeface="MingLiU_HKSCS-ExtB"/>
                <a:cs typeface="MingLiU_HKSCS-ExtB"/>
              </a:rPr>
              <a:t> </a:t>
            </a:r>
            <a:r>
              <a:rPr sz="1000" dirty="0">
                <a:solidFill>
                  <a:srgbClr val="595959"/>
                </a:solidFill>
                <a:latin typeface="MingLiU_HKSCS-ExtB"/>
                <a:cs typeface="MingLiU_HKSCS-ExtB"/>
              </a:rPr>
              <a:t>=</a:t>
            </a:r>
            <a:r>
              <a:rPr sz="1000" spc="10" dirty="0">
                <a:solidFill>
                  <a:srgbClr val="595959"/>
                </a:solidFill>
                <a:latin typeface="MingLiU_HKSCS-ExtB"/>
                <a:cs typeface="MingLiU_HKSCS-ExtB"/>
              </a:rPr>
              <a:t> </a:t>
            </a:r>
            <a:r>
              <a:rPr sz="1000" b="1" spc="-100" dirty="0">
                <a:solidFill>
                  <a:srgbClr val="00AC8C"/>
                </a:solidFill>
                <a:latin typeface="Arial"/>
                <a:cs typeface="Arial"/>
              </a:rPr>
              <a:t>new</a:t>
            </a:r>
            <a:r>
              <a:rPr sz="1000" b="1" spc="225" dirty="0">
                <a:solidFill>
                  <a:srgbClr val="00AC8C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00AC8C"/>
                </a:solidFill>
                <a:latin typeface="Arial"/>
                <a:cs typeface="Arial"/>
              </a:rPr>
              <a:t>int</a:t>
            </a:r>
            <a:r>
              <a:rPr sz="1000" dirty="0">
                <a:solidFill>
                  <a:srgbClr val="B25900"/>
                </a:solidFill>
                <a:latin typeface="MingLiU_HKSCS-ExtB"/>
                <a:cs typeface="MingLiU_HKSCS-ExtB"/>
              </a:rPr>
              <a:t>[]</a:t>
            </a:r>
            <a:r>
              <a:rPr sz="1000" b="1" dirty="0">
                <a:solidFill>
                  <a:srgbClr val="B25900"/>
                </a:solidFill>
                <a:latin typeface="Arial"/>
                <a:cs typeface="Arial"/>
              </a:rPr>
              <a:t>{</a:t>
            </a:r>
            <a:r>
              <a:rPr sz="1000" dirty="0">
                <a:solidFill>
                  <a:srgbClr val="595959"/>
                </a:solidFill>
                <a:latin typeface="MingLiU_HKSCS-ExtB"/>
                <a:cs typeface="MingLiU_HKSCS-ExtB"/>
              </a:rPr>
              <a:t>2,</a:t>
            </a:r>
            <a:r>
              <a:rPr sz="1000" spc="10" dirty="0">
                <a:solidFill>
                  <a:srgbClr val="595959"/>
                </a:solidFill>
                <a:latin typeface="MingLiU_HKSCS-ExtB"/>
                <a:cs typeface="MingLiU_HKSCS-ExtB"/>
              </a:rPr>
              <a:t> </a:t>
            </a:r>
            <a:r>
              <a:rPr sz="1000" dirty="0">
                <a:solidFill>
                  <a:srgbClr val="595959"/>
                </a:solidFill>
                <a:latin typeface="MingLiU_HKSCS-ExtB"/>
                <a:cs typeface="MingLiU_HKSCS-ExtB"/>
              </a:rPr>
              <a:t>3,</a:t>
            </a:r>
            <a:r>
              <a:rPr sz="1000" spc="5" dirty="0">
                <a:solidFill>
                  <a:srgbClr val="595959"/>
                </a:solidFill>
                <a:latin typeface="MingLiU_HKSCS-ExtB"/>
                <a:cs typeface="MingLiU_HKSCS-ExtB"/>
              </a:rPr>
              <a:t> </a:t>
            </a:r>
            <a:r>
              <a:rPr sz="1000" dirty="0">
                <a:solidFill>
                  <a:srgbClr val="595959"/>
                </a:solidFill>
                <a:latin typeface="MingLiU_HKSCS-ExtB"/>
                <a:cs typeface="MingLiU_HKSCS-ExtB"/>
              </a:rPr>
              <a:t>5,</a:t>
            </a:r>
            <a:r>
              <a:rPr sz="1000" spc="10" dirty="0">
                <a:solidFill>
                  <a:srgbClr val="595959"/>
                </a:solidFill>
                <a:latin typeface="MingLiU_HKSCS-ExtB"/>
                <a:cs typeface="MingLiU_HKSCS-ExtB"/>
              </a:rPr>
              <a:t> </a:t>
            </a:r>
            <a:r>
              <a:rPr sz="1000" dirty="0">
                <a:solidFill>
                  <a:srgbClr val="595959"/>
                </a:solidFill>
                <a:latin typeface="MingLiU_HKSCS-ExtB"/>
                <a:cs typeface="MingLiU_HKSCS-ExtB"/>
              </a:rPr>
              <a:t>7,</a:t>
            </a:r>
            <a:r>
              <a:rPr sz="1000" spc="5" dirty="0">
                <a:solidFill>
                  <a:srgbClr val="595959"/>
                </a:solidFill>
                <a:latin typeface="MingLiU_HKSCS-ExtB"/>
                <a:cs typeface="MingLiU_HKSCS-ExtB"/>
              </a:rPr>
              <a:t> </a:t>
            </a:r>
            <a:r>
              <a:rPr sz="1000" dirty="0">
                <a:solidFill>
                  <a:srgbClr val="595959"/>
                </a:solidFill>
                <a:latin typeface="MingLiU_HKSCS-ExtB"/>
                <a:cs typeface="MingLiU_HKSCS-ExtB"/>
              </a:rPr>
              <a:t>11,</a:t>
            </a:r>
            <a:r>
              <a:rPr sz="1000" spc="10" dirty="0">
                <a:solidFill>
                  <a:srgbClr val="595959"/>
                </a:solidFill>
                <a:latin typeface="MingLiU_HKSCS-ExtB"/>
                <a:cs typeface="MingLiU_HKSCS-ExtB"/>
              </a:rPr>
              <a:t> </a:t>
            </a:r>
            <a:r>
              <a:rPr sz="1000" spc="-20" dirty="0">
                <a:solidFill>
                  <a:srgbClr val="595959"/>
                </a:solidFill>
                <a:latin typeface="MingLiU_HKSCS-ExtB"/>
                <a:cs typeface="MingLiU_HKSCS-ExtB"/>
              </a:rPr>
              <a:t>13</a:t>
            </a:r>
            <a:r>
              <a:rPr sz="1000" b="1" spc="-20" dirty="0">
                <a:solidFill>
                  <a:srgbClr val="B25900"/>
                </a:solidFill>
                <a:latin typeface="Arial"/>
                <a:cs typeface="Arial"/>
              </a:rPr>
              <a:t>}</a:t>
            </a:r>
            <a:r>
              <a:rPr sz="1000" spc="-20" dirty="0">
                <a:solidFill>
                  <a:srgbClr val="595959"/>
                </a:solidFill>
                <a:latin typeface="MingLiU_HKSCS-ExtB"/>
                <a:cs typeface="MingLiU_HKSCS-ExtB"/>
              </a:rPr>
              <a:t>;</a:t>
            </a:r>
            <a:endParaRPr sz="1000">
              <a:latin typeface="MingLiU_HKSCS-ExtB"/>
              <a:cs typeface="MingLiU_HKSCS-ExtB"/>
            </a:endParaRPr>
          </a:p>
          <a:p>
            <a:pPr marL="542925">
              <a:lnSpc>
                <a:spcPct val="100000"/>
              </a:lnSpc>
              <a:spcBef>
                <a:spcPts val="1190"/>
              </a:spcBef>
            </a:pPr>
            <a:r>
              <a:rPr sz="1000" b="1" dirty="0">
                <a:solidFill>
                  <a:srgbClr val="00AC8C"/>
                </a:solidFill>
                <a:latin typeface="Arial"/>
                <a:cs typeface="Arial"/>
              </a:rPr>
              <a:t>char</a:t>
            </a:r>
            <a:r>
              <a:rPr sz="1000" b="1" spc="170" dirty="0">
                <a:solidFill>
                  <a:srgbClr val="00AC8C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595959"/>
                </a:solidFill>
                <a:latin typeface="MingLiU_HKSCS-ExtB"/>
                <a:cs typeface="MingLiU_HKSCS-ExtB"/>
              </a:rPr>
              <a:t>dias</a:t>
            </a:r>
            <a:r>
              <a:rPr sz="1000" dirty="0">
                <a:solidFill>
                  <a:srgbClr val="B25900"/>
                </a:solidFill>
                <a:latin typeface="MingLiU_HKSCS-ExtB"/>
                <a:cs typeface="MingLiU_HKSCS-ExtB"/>
              </a:rPr>
              <a:t>[]</a:t>
            </a:r>
            <a:r>
              <a:rPr sz="1000" spc="-55" dirty="0">
                <a:solidFill>
                  <a:srgbClr val="B25900"/>
                </a:solidFill>
                <a:latin typeface="MingLiU_HKSCS-ExtB"/>
                <a:cs typeface="MingLiU_HKSCS-ExtB"/>
              </a:rPr>
              <a:t> </a:t>
            </a:r>
            <a:r>
              <a:rPr sz="1000" dirty="0">
                <a:solidFill>
                  <a:srgbClr val="595959"/>
                </a:solidFill>
                <a:latin typeface="MingLiU_HKSCS-ExtB"/>
                <a:cs typeface="MingLiU_HKSCS-ExtB"/>
              </a:rPr>
              <a:t>=</a:t>
            </a:r>
            <a:r>
              <a:rPr sz="1000" spc="-50" dirty="0">
                <a:solidFill>
                  <a:srgbClr val="595959"/>
                </a:solidFill>
                <a:latin typeface="MingLiU_HKSCS-ExtB"/>
                <a:cs typeface="MingLiU_HKSCS-ExtB"/>
              </a:rPr>
              <a:t> </a:t>
            </a:r>
            <a:r>
              <a:rPr sz="1000" b="1" spc="-100" dirty="0">
                <a:solidFill>
                  <a:srgbClr val="00AC8C"/>
                </a:solidFill>
                <a:latin typeface="Arial"/>
                <a:cs typeface="Arial"/>
              </a:rPr>
              <a:t>new</a:t>
            </a:r>
            <a:r>
              <a:rPr sz="1000" b="1" spc="170" dirty="0">
                <a:solidFill>
                  <a:srgbClr val="00AC8C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00AC8C"/>
                </a:solidFill>
                <a:latin typeface="Arial"/>
                <a:cs typeface="Arial"/>
              </a:rPr>
              <a:t>char</a:t>
            </a:r>
            <a:r>
              <a:rPr sz="1000" dirty="0">
                <a:solidFill>
                  <a:srgbClr val="B25900"/>
                </a:solidFill>
                <a:latin typeface="MingLiU_HKSCS-ExtB"/>
                <a:cs typeface="MingLiU_HKSCS-ExtB"/>
              </a:rPr>
              <a:t>[]</a:t>
            </a:r>
            <a:r>
              <a:rPr sz="1000" b="1" dirty="0">
                <a:solidFill>
                  <a:srgbClr val="B25900"/>
                </a:solidFill>
                <a:latin typeface="Arial"/>
                <a:cs typeface="Arial"/>
              </a:rPr>
              <a:t>{</a:t>
            </a:r>
            <a:r>
              <a:rPr sz="1000" dirty="0">
                <a:solidFill>
                  <a:srgbClr val="B25900"/>
                </a:solidFill>
                <a:latin typeface="MingLiU_HKSCS-ExtB"/>
                <a:cs typeface="MingLiU_HKSCS-ExtB"/>
              </a:rPr>
              <a:t>¹d¹</a:t>
            </a:r>
            <a:r>
              <a:rPr sz="1000" dirty="0">
                <a:solidFill>
                  <a:srgbClr val="595959"/>
                </a:solidFill>
                <a:latin typeface="MingLiU_HKSCS-ExtB"/>
                <a:cs typeface="MingLiU_HKSCS-ExtB"/>
              </a:rPr>
              <a:t>,</a:t>
            </a:r>
            <a:r>
              <a:rPr sz="1000" spc="-50" dirty="0">
                <a:solidFill>
                  <a:srgbClr val="595959"/>
                </a:solidFill>
                <a:latin typeface="MingLiU_HKSCS-ExtB"/>
                <a:cs typeface="MingLiU_HKSCS-ExtB"/>
              </a:rPr>
              <a:t> </a:t>
            </a:r>
            <a:r>
              <a:rPr sz="1000" dirty="0">
                <a:solidFill>
                  <a:srgbClr val="B25900"/>
                </a:solidFill>
                <a:latin typeface="MingLiU_HKSCS-ExtB"/>
                <a:cs typeface="MingLiU_HKSCS-ExtB"/>
              </a:rPr>
              <a:t>¹s¹</a:t>
            </a:r>
            <a:r>
              <a:rPr sz="1000" dirty="0">
                <a:solidFill>
                  <a:srgbClr val="595959"/>
                </a:solidFill>
                <a:latin typeface="MingLiU_HKSCS-ExtB"/>
                <a:cs typeface="MingLiU_HKSCS-ExtB"/>
              </a:rPr>
              <a:t>,</a:t>
            </a:r>
            <a:r>
              <a:rPr sz="1000" spc="-50" dirty="0">
                <a:solidFill>
                  <a:srgbClr val="595959"/>
                </a:solidFill>
                <a:latin typeface="MingLiU_HKSCS-ExtB"/>
                <a:cs typeface="MingLiU_HKSCS-ExtB"/>
              </a:rPr>
              <a:t> </a:t>
            </a:r>
            <a:r>
              <a:rPr sz="1000" dirty="0">
                <a:solidFill>
                  <a:srgbClr val="B25900"/>
                </a:solidFill>
                <a:latin typeface="MingLiU_HKSCS-ExtB"/>
                <a:cs typeface="MingLiU_HKSCS-ExtB"/>
              </a:rPr>
              <a:t>¹t¹</a:t>
            </a:r>
            <a:r>
              <a:rPr sz="1000" dirty="0">
                <a:solidFill>
                  <a:srgbClr val="595959"/>
                </a:solidFill>
                <a:latin typeface="MingLiU_HKSCS-ExtB"/>
                <a:cs typeface="MingLiU_HKSCS-ExtB"/>
              </a:rPr>
              <a:t>,</a:t>
            </a:r>
            <a:r>
              <a:rPr sz="1000" spc="-50" dirty="0">
                <a:solidFill>
                  <a:srgbClr val="595959"/>
                </a:solidFill>
                <a:latin typeface="MingLiU_HKSCS-ExtB"/>
                <a:cs typeface="MingLiU_HKSCS-ExtB"/>
              </a:rPr>
              <a:t> </a:t>
            </a:r>
            <a:r>
              <a:rPr sz="1000" dirty="0">
                <a:solidFill>
                  <a:srgbClr val="B25900"/>
                </a:solidFill>
                <a:latin typeface="MingLiU_HKSCS-ExtB"/>
                <a:cs typeface="MingLiU_HKSCS-ExtB"/>
              </a:rPr>
              <a:t>¹q¹</a:t>
            </a:r>
            <a:r>
              <a:rPr sz="1000" dirty="0">
                <a:solidFill>
                  <a:srgbClr val="595959"/>
                </a:solidFill>
                <a:latin typeface="MingLiU_HKSCS-ExtB"/>
                <a:cs typeface="MingLiU_HKSCS-ExtB"/>
              </a:rPr>
              <a:t>,</a:t>
            </a:r>
            <a:r>
              <a:rPr sz="1000" spc="-50" dirty="0">
                <a:solidFill>
                  <a:srgbClr val="595959"/>
                </a:solidFill>
                <a:latin typeface="MingLiU_HKSCS-ExtB"/>
                <a:cs typeface="MingLiU_HKSCS-ExtB"/>
              </a:rPr>
              <a:t> </a:t>
            </a:r>
            <a:r>
              <a:rPr sz="1000" dirty="0">
                <a:solidFill>
                  <a:srgbClr val="B25900"/>
                </a:solidFill>
                <a:latin typeface="MingLiU_HKSCS-ExtB"/>
                <a:cs typeface="MingLiU_HKSCS-ExtB"/>
              </a:rPr>
              <a:t>¹q¹</a:t>
            </a:r>
            <a:r>
              <a:rPr sz="1000" dirty="0">
                <a:solidFill>
                  <a:srgbClr val="595959"/>
                </a:solidFill>
                <a:latin typeface="MingLiU_HKSCS-ExtB"/>
                <a:cs typeface="MingLiU_HKSCS-ExtB"/>
              </a:rPr>
              <a:t>,</a:t>
            </a:r>
            <a:r>
              <a:rPr sz="1000" spc="-50" dirty="0">
                <a:solidFill>
                  <a:srgbClr val="595959"/>
                </a:solidFill>
                <a:latin typeface="MingLiU_HKSCS-ExtB"/>
                <a:cs typeface="MingLiU_HKSCS-ExtB"/>
              </a:rPr>
              <a:t> </a:t>
            </a:r>
            <a:r>
              <a:rPr sz="1000" dirty="0">
                <a:solidFill>
                  <a:srgbClr val="B25900"/>
                </a:solidFill>
                <a:latin typeface="MingLiU_HKSCS-ExtB"/>
                <a:cs typeface="MingLiU_HKSCS-ExtB"/>
              </a:rPr>
              <a:t>¹s¹</a:t>
            </a:r>
            <a:r>
              <a:rPr sz="1000" dirty="0">
                <a:solidFill>
                  <a:srgbClr val="595959"/>
                </a:solidFill>
                <a:latin typeface="MingLiU_HKSCS-ExtB"/>
                <a:cs typeface="MingLiU_HKSCS-ExtB"/>
              </a:rPr>
              <a:t>,</a:t>
            </a:r>
            <a:r>
              <a:rPr sz="1000" spc="-50" dirty="0">
                <a:solidFill>
                  <a:srgbClr val="595959"/>
                </a:solidFill>
                <a:latin typeface="MingLiU_HKSCS-ExtB"/>
                <a:cs typeface="MingLiU_HKSCS-ExtB"/>
              </a:rPr>
              <a:t> </a:t>
            </a:r>
            <a:r>
              <a:rPr sz="1000" spc="-10" dirty="0">
                <a:solidFill>
                  <a:srgbClr val="B25900"/>
                </a:solidFill>
                <a:latin typeface="MingLiU_HKSCS-ExtB"/>
                <a:cs typeface="MingLiU_HKSCS-ExtB"/>
              </a:rPr>
              <a:t>¹s¹</a:t>
            </a:r>
            <a:r>
              <a:rPr sz="1000" b="1" spc="-10" dirty="0">
                <a:solidFill>
                  <a:srgbClr val="B25900"/>
                </a:solidFill>
                <a:latin typeface="Arial"/>
                <a:cs typeface="Arial"/>
              </a:rPr>
              <a:t>}</a:t>
            </a:r>
            <a:r>
              <a:rPr sz="1000" spc="-10" dirty="0">
                <a:solidFill>
                  <a:srgbClr val="595959"/>
                </a:solidFill>
                <a:latin typeface="MingLiU_HKSCS-ExtB"/>
                <a:cs typeface="MingLiU_HKSCS-ExtB"/>
              </a:rPr>
              <a:t>;</a:t>
            </a:r>
            <a:endParaRPr sz="1000">
              <a:latin typeface="MingLiU_HKSCS-ExtB"/>
              <a:cs typeface="MingLiU_HKSCS-ExtB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3202038"/>
            <a:ext cx="5760085" cy="38100"/>
          </a:xfrm>
          <a:custGeom>
            <a:avLst/>
            <a:gdLst/>
            <a:ahLst/>
            <a:cxnLst/>
            <a:rect l="l" t="t" r="r" b="b"/>
            <a:pathLst>
              <a:path w="5760085" h="38100">
                <a:moveTo>
                  <a:pt x="5759996" y="0"/>
                </a:moveTo>
                <a:lnTo>
                  <a:pt x="0" y="0"/>
                </a:lnTo>
                <a:lnTo>
                  <a:pt x="0" y="37960"/>
                </a:lnTo>
                <a:lnTo>
                  <a:pt x="5759996" y="37960"/>
                </a:lnTo>
                <a:lnTo>
                  <a:pt x="5759996" y="0"/>
                </a:lnTo>
                <a:close/>
              </a:path>
            </a:pathLst>
          </a:custGeom>
          <a:solidFill>
            <a:srgbClr val="00AC8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fld id="{81D60167-4931-47E6-BA6A-407CBD079E47}" type="slidenum">
              <a:rPr spc="-25" dirty="0"/>
              <a:t>18</a:t>
            </a:fld>
            <a:endParaRPr spc="-25" dirty="0"/>
          </a:p>
        </p:txBody>
      </p:sp>
    </p:spTree>
  </p:cSld>
  <p:clrMapOvr>
    <a:masterClrMapping/>
  </p:clrMapOvr>
  <p:transition>
    <p:cut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10" dirty="0"/>
              <a:t>Atribuição</a:t>
            </a:r>
            <a:r>
              <a:rPr spc="180" dirty="0"/>
              <a:t> </a:t>
            </a:r>
            <a:r>
              <a:rPr spc="75" dirty="0"/>
              <a:t>e</a:t>
            </a:r>
            <a:r>
              <a:rPr spc="180" dirty="0"/>
              <a:t> </a:t>
            </a:r>
            <a:r>
              <a:rPr spc="45" dirty="0"/>
              <a:t>impressão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1292" y="660194"/>
            <a:ext cx="3973829" cy="20656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66370" indent="-153670">
              <a:lnSpc>
                <a:spcPct val="100000"/>
              </a:lnSpc>
              <a:spcBef>
                <a:spcPts val="135"/>
              </a:spcBef>
              <a:buClr>
                <a:srgbClr val="00AC8C"/>
              </a:buClr>
              <a:buFont typeface="Arial MT"/>
              <a:buChar char="•"/>
              <a:tabLst>
                <a:tab pos="166370" algn="l"/>
              </a:tabLst>
            </a:pPr>
            <a:r>
              <a:rPr sz="1400" b="1" spc="-50" dirty="0">
                <a:latin typeface="Tahoma"/>
                <a:cs typeface="Tahoma"/>
              </a:rPr>
              <a:t>Considere</a:t>
            </a:r>
            <a:r>
              <a:rPr sz="1400" b="1" spc="-45" dirty="0">
                <a:latin typeface="Tahoma"/>
                <a:cs typeface="Tahoma"/>
              </a:rPr>
              <a:t> </a:t>
            </a:r>
            <a:r>
              <a:rPr sz="1400" b="1" spc="-60" dirty="0">
                <a:latin typeface="Tahoma"/>
                <a:cs typeface="Tahoma"/>
              </a:rPr>
              <a:t>o</a:t>
            </a:r>
            <a:r>
              <a:rPr sz="1400" b="1" spc="-40" dirty="0">
                <a:latin typeface="Tahoma"/>
                <a:cs typeface="Tahoma"/>
              </a:rPr>
              <a:t> </a:t>
            </a:r>
            <a:r>
              <a:rPr sz="1400" b="1" spc="-10" dirty="0">
                <a:latin typeface="Tahoma"/>
                <a:cs typeface="Tahoma"/>
              </a:rPr>
              <a:t>vetor:</a:t>
            </a:r>
            <a:endParaRPr sz="14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Clr>
                <a:srgbClr val="00AC8C"/>
              </a:buClr>
              <a:buFont typeface="Arial MT"/>
              <a:buChar char="•"/>
            </a:pPr>
            <a:endParaRPr sz="1400">
              <a:latin typeface="Tahoma"/>
              <a:cs typeface="Tahoma"/>
            </a:endParaRPr>
          </a:p>
          <a:p>
            <a:pPr marL="486409">
              <a:lnSpc>
                <a:spcPct val="100000"/>
              </a:lnSpc>
            </a:pPr>
            <a:r>
              <a:rPr sz="1000" b="1" spc="-30" dirty="0">
                <a:solidFill>
                  <a:srgbClr val="00AC8C"/>
                </a:solidFill>
                <a:latin typeface="Arial"/>
                <a:cs typeface="Arial"/>
              </a:rPr>
              <a:t>double</a:t>
            </a:r>
            <a:r>
              <a:rPr sz="1000" b="1" spc="195" dirty="0">
                <a:solidFill>
                  <a:srgbClr val="00AC8C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595959"/>
                </a:solidFill>
                <a:latin typeface="MingLiU_HKSCS-ExtB"/>
                <a:cs typeface="MingLiU_HKSCS-ExtB"/>
              </a:rPr>
              <a:t>notas</a:t>
            </a:r>
            <a:r>
              <a:rPr sz="1000" dirty="0">
                <a:solidFill>
                  <a:srgbClr val="B25900"/>
                </a:solidFill>
                <a:latin typeface="MingLiU_HKSCS-ExtB"/>
                <a:cs typeface="MingLiU_HKSCS-ExtB"/>
              </a:rPr>
              <a:t>[]</a:t>
            </a:r>
            <a:r>
              <a:rPr sz="1000" spc="-25" dirty="0">
                <a:solidFill>
                  <a:srgbClr val="B25900"/>
                </a:solidFill>
                <a:latin typeface="MingLiU_HKSCS-ExtB"/>
                <a:cs typeface="MingLiU_HKSCS-ExtB"/>
              </a:rPr>
              <a:t> </a:t>
            </a:r>
            <a:r>
              <a:rPr sz="1000" dirty="0">
                <a:solidFill>
                  <a:srgbClr val="595959"/>
                </a:solidFill>
                <a:latin typeface="MingLiU_HKSCS-ExtB"/>
                <a:cs typeface="MingLiU_HKSCS-ExtB"/>
              </a:rPr>
              <a:t>=</a:t>
            </a:r>
            <a:r>
              <a:rPr sz="1000" spc="-20" dirty="0">
                <a:solidFill>
                  <a:srgbClr val="595959"/>
                </a:solidFill>
                <a:latin typeface="MingLiU_HKSCS-ExtB"/>
                <a:cs typeface="MingLiU_HKSCS-ExtB"/>
              </a:rPr>
              <a:t> </a:t>
            </a:r>
            <a:r>
              <a:rPr sz="1000" b="1" dirty="0">
                <a:solidFill>
                  <a:srgbClr val="B25900"/>
                </a:solidFill>
                <a:latin typeface="Arial"/>
                <a:cs typeface="Arial"/>
              </a:rPr>
              <a:t>{</a:t>
            </a:r>
            <a:r>
              <a:rPr sz="1000" dirty="0">
                <a:solidFill>
                  <a:srgbClr val="595959"/>
                </a:solidFill>
                <a:latin typeface="MingLiU_HKSCS-ExtB"/>
                <a:cs typeface="MingLiU_HKSCS-ExtB"/>
              </a:rPr>
              <a:t>4.5,</a:t>
            </a:r>
            <a:r>
              <a:rPr sz="1000" spc="-25" dirty="0">
                <a:solidFill>
                  <a:srgbClr val="595959"/>
                </a:solidFill>
                <a:latin typeface="MingLiU_HKSCS-ExtB"/>
                <a:cs typeface="MingLiU_HKSCS-ExtB"/>
              </a:rPr>
              <a:t> </a:t>
            </a:r>
            <a:r>
              <a:rPr sz="1000" dirty="0">
                <a:solidFill>
                  <a:srgbClr val="595959"/>
                </a:solidFill>
                <a:latin typeface="MingLiU_HKSCS-ExtB"/>
                <a:cs typeface="MingLiU_HKSCS-ExtB"/>
              </a:rPr>
              <a:t>6.5,</a:t>
            </a:r>
            <a:r>
              <a:rPr sz="1000" spc="-25" dirty="0">
                <a:solidFill>
                  <a:srgbClr val="595959"/>
                </a:solidFill>
                <a:latin typeface="MingLiU_HKSCS-ExtB"/>
                <a:cs typeface="MingLiU_HKSCS-ExtB"/>
              </a:rPr>
              <a:t> </a:t>
            </a:r>
            <a:r>
              <a:rPr sz="1000" dirty="0">
                <a:solidFill>
                  <a:srgbClr val="595959"/>
                </a:solidFill>
                <a:latin typeface="MingLiU_HKSCS-ExtB"/>
                <a:cs typeface="MingLiU_HKSCS-ExtB"/>
              </a:rPr>
              <a:t>8.0,</a:t>
            </a:r>
            <a:r>
              <a:rPr sz="1000" spc="-20" dirty="0">
                <a:solidFill>
                  <a:srgbClr val="595959"/>
                </a:solidFill>
                <a:latin typeface="MingLiU_HKSCS-ExtB"/>
                <a:cs typeface="MingLiU_HKSCS-ExtB"/>
              </a:rPr>
              <a:t> </a:t>
            </a:r>
            <a:r>
              <a:rPr sz="1000" dirty="0">
                <a:solidFill>
                  <a:srgbClr val="595959"/>
                </a:solidFill>
                <a:latin typeface="MingLiU_HKSCS-ExtB"/>
                <a:cs typeface="MingLiU_HKSCS-ExtB"/>
              </a:rPr>
              <a:t>3.5,</a:t>
            </a:r>
            <a:r>
              <a:rPr sz="1000" spc="-25" dirty="0">
                <a:solidFill>
                  <a:srgbClr val="595959"/>
                </a:solidFill>
                <a:latin typeface="MingLiU_HKSCS-ExtB"/>
                <a:cs typeface="MingLiU_HKSCS-ExtB"/>
              </a:rPr>
              <a:t> </a:t>
            </a:r>
            <a:r>
              <a:rPr sz="1000" spc="-10" dirty="0">
                <a:solidFill>
                  <a:srgbClr val="595959"/>
                </a:solidFill>
                <a:latin typeface="MingLiU_HKSCS-ExtB"/>
                <a:cs typeface="MingLiU_HKSCS-ExtB"/>
              </a:rPr>
              <a:t>6.0</a:t>
            </a:r>
            <a:r>
              <a:rPr sz="1000" b="1" spc="-10" dirty="0">
                <a:solidFill>
                  <a:srgbClr val="B25900"/>
                </a:solidFill>
                <a:latin typeface="Arial"/>
                <a:cs typeface="Arial"/>
              </a:rPr>
              <a:t>}</a:t>
            </a:r>
            <a:r>
              <a:rPr sz="1000" spc="-10" dirty="0">
                <a:solidFill>
                  <a:srgbClr val="595959"/>
                </a:solidFill>
                <a:latin typeface="MingLiU_HKSCS-ExtB"/>
                <a:cs typeface="MingLiU_HKSCS-ExtB"/>
              </a:rPr>
              <a:t>;</a:t>
            </a:r>
            <a:endParaRPr sz="1000">
              <a:latin typeface="MingLiU_HKSCS-ExtB"/>
              <a:cs typeface="MingLiU_HKSCS-ExtB"/>
            </a:endParaRPr>
          </a:p>
          <a:p>
            <a:pPr>
              <a:lnSpc>
                <a:spcPct val="100000"/>
              </a:lnSpc>
            </a:pPr>
            <a:endParaRPr sz="1000">
              <a:latin typeface="MingLiU_HKSCS-ExtB"/>
              <a:cs typeface="MingLiU_HKSCS-ExtB"/>
            </a:endParaRPr>
          </a:p>
          <a:p>
            <a:pPr>
              <a:lnSpc>
                <a:spcPct val="100000"/>
              </a:lnSpc>
              <a:spcBef>
                <a:spcPts val="225"/>
              </a:spcBef>
            </a:pPr>
            <a:endParaRPr sz="1000">
              <a:latin typeface="MingLiU_HKSCS-ExtB"/>
              <a:cs typeface="MingLiU_HKSCS-ExtB"/>
            </a:endParaRPr>
          </a:p>
          <a:p>
            <a:pPr marL="166370" indent="-153670">
              <a:lnSpc>
                <a:spcPct val="100000"/>
              </a:lnSpc>
              <a:buClr>
                <a:srgbClr val="00AC8C"/>
              </a:buClr>
              <a:buFont typeface="Arial MT"/>
              <a:buChar char="•"/>
              <a:tabLst>
                <a:tab pos="166370" algn="l"/>
              </a:tabLst>
            </a:pPr>
            <a:r>
              <a:rPr sz="1400" b="1" spc="-25" dirty="0">
                <a:latin typeface="Tahoma"/>
                <a:cs typeface="Tahoma"/>
              </a:rPr>
              <a:t>Como</a:t>
            </a:r>
            <a:r>
              <a:rPr sz="1400" b="1" spc="-40" dirty="0">
                <a:latin typeface="Tahoma"/>
                <a:cs typeface="Tahoma"/>
              </a:rPr>
              <a:t> </a:t>
            </a:r>
            <a:r>
              <a:rPr sz="1400" b="1" spc="-70" dirty="0">
                <a:latin typeface="Tahoma"/>
                <a:cs typeface="Tahoma"/>
              </a:rPr>
              <a:t>alterar</a:t>
            </a:r>
            <a:r>
              <a:rPr sz="1400" b="1" spc="-40" dirty="0">
                <a:latin typeface="Tahoma"/>
                <a:cs typeface="Tahoma"/>
              </a:rPr>
              <a:t> </a:t>
            </a:r>
            <a:r>
              <a:rPr sz="1400" b="1" spc="-60" dirty="0">
                <a:latin typeface="Tahoma"/>
                <a:cs typeface="Tahoma"/>
              </a:rPr>
              <a:t>o</a:t>
            </a:r>
            <a:r>
              <a:rPr sz="1400" b="1" spc="-35" dirty="0">
                <a:latin typeface="Tahoma"/>
                <a:cs typeface="Tahoma"/>
              </a:rPr>
              <a:t> valor</a:t>
            </a:r>
            <a:r>
              <a:rPr sz="1400" b="1" spc="-40" dirty="0">
                <a:latin typeface="Tahoma"/>
                <a:cs typeface="Tahoma"/>
              </a:rPr>
              <a:t> </a:t>
            </a:r>
            <a:r>
              <a:rPr sz="1400" b="1" spc="-70" dirty="0">
                <a:latin typeface="Tahoma"/>
                <a:cs typeface="Tahoma"/>
              </a:rPr>
              <a:t>da</a:t>
            </a:r>
            <a:r>
              <a:rPr sz="1400" b="1" spc="-40" dirty="0">
                <a:latin typeface="Tahoma"/>
                <a:cs typeface="Tahoma"/>
              </a:rPr>
              <a:t> primeira </a:t>
            </a:r>
            <a:r>
              <a:rPr sz="1400" b="1" spc="-80" dirty="0">
                <a:latin typeface="Tahoma"/>
                <a:cs typeface="Tahoma"/>
              </a:rPr>
              <a:t>nota</a:t>
            </a:r>
            <a:r>
              <a:rPr sz="1400" b="1" spc="-35" dirty="0">
                <a:latin typeface="Tahoma"/>
                <a:cs typeface="Tahoma"/>
              </a:rPr>
              <a:t> </a:t>
            </a:r>
            <a:r>
              <a:rPr sz="1400" b="1" spc="-70" dirty="0">
                <a:latin typeface="Tahoma"/>
                <a:cs typeface="Tahoma"/>
              </a:rPr>
              <a:t>para</a:t>
            </a:r>
            <a:r>
              <a:rPr sz="1400" b="1" spc="-40" dirty="0">
                <a:latin typeface="Tahoma"/>
                <a:cs typeface="Tahoma"/>
              </a:rPr>
              <a:t> </a:t>
            </a:r>
            <a:r>
              <a:rPr sz="1400" b="1" spc="-25" dirty="0">
                <a:latin typeface="Tahoma"/>
                <a:cs typeface="Tahoma"/>
              </a:rPr>
              <a:t>9?</a:t>
            </a:r>
            <a:endParaRPr sz="1400">
              <a:latin typeface="Tahoma"/>
              <a:cs typeface="Tahoma"/>
            </a:endParaRPr>
          </a:p>
          <a:p>
            <a:pPr marL="156210">
              <a:lnSpc>
                <a:spcPct val="100000"/>
              </a:lnSpc>
              <a:spcBef>
                <a:spcPts val="500"/>
              </a:spcBef>
            </a:pPr>
            <a:r>
              <a:rPr sz="1200" dirty="0">
                <a:solidFill>
                  <a:srgbClr val="00AC8C"/>
                </a:solidFill>
                <a:latin typeface="Arial MT"/>
                <a:cs typeface="Arial MT"/>
              </a:rPr>
              <a:t>–</a:t>
            </a:r>
            <a:r>
              <a:rPr sz="1200" spc="225" dirty="0">
                <a:solidFill>
                  <a:srgbClr val="00AC8C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595959"/>
                </a:solidFill>
                <a:latin typeface="MingLiU_HKSCS-ExtB"/>
                <a:cs typeface="MingLiU_HKSCS-ExtB"/>
              </a:rPr>
              <a:t>notas</a:t>
            </a:r>
            <a:r>
              <a:rPr sz="1000" dirty="0">
                <a:solidFill>
                  <a:srgbClr val="B25900"/>
                </a:solidFill>
                <a:latin typeface="MingLiU_HKSCS-ExtB"/>
                <a:cs typeface="MingLiU_HKSCS-ExtB"/>
              </a:rPr>
              <a:t>[</a:t>
            </a:r>
            <a:r>
              <a:rPr sz="1000" dirty="0">
                <a:solidFill>
                  <a:srgbClr val="595959"/>
                </a:solidFill>
                <a:latin typeface="MingLiU_HKSCS-ExtB"/>
                <a:cs typeface="MingLiU_HKSCS-ExtB"/>
              </a:rPr>
              <a:t>0</a:t>
            </a:r>
            <a:r>
              <a:rPr sz="1000" dirty="0">
                <a:solidFill>
                  <a:srgbClr val="B25900"/>
                </a:solidFill>
                <a:latin typeface="MingLiU_HKSCS-ExtB"/>
                <a:cs typeface="MingLiU_HKSCS-ExtB"/>
              </a:rPr>
              <a:t>]</a:t>
            </a:r>
            <a:r>
              <a:rPr sz="1000" dirty="0">
                <a:solidFill>
                  <a:srgbClr val="595959"/>
                </a:solidFill>
                <a:latin typeface="MingLiU_HKSCS-ExtB"/>
                <a:cs typeface="MingLiU_HKSCS-ExtB"/>
              </a:rPr>
              <a:t>=</a:t>
            </a:r>
            <a:r>
              <a:rPr sz="1000" spc="-40" dirty="0">
                <a:solidFill>
                  <a:srgbClr val="595959"/>
                </a:solidFill>
                <a:latin typeface="MingLiU_HKSCS-ExtB"/>
                <a:cs typeface="MingLiU_HKSCS-ExtB"/>
              </a:rPr>
              <a:t> </a:t>
            </a:r>
            <a:r>
              <a:rPr sz="1000" spc="-20" dirty="0">
                <a:solidFill>
                  <a:srgbClr val="595959"/>
                </a:solidFill>
                <a:latin typeface="MingLiU_HKSCS-ExtB"/>
                <a:cs typeface="MingLiU_HKSCS-ExtB"/>
              </a:rPr>
              <a:t>9.0</a:t>
            </a:r>
            <a:r>
              <a:rPr sz="1200" spc="-20" dirty="0">
                <a:latin typeface="Arial MT"/>
                <a:cs typeface="Arial MT"/>
              </a:rPr>
              <a:t>;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000">
              <a:latin typeface="Arial MT"/>
              <a:cs typeface="Arial MT"/>
            </a:endParaRPr>
          </a:p>
          <a:p>
            <a:pPr marL="166370" indent="-153670">
              <a:lnSpc>
                <a:spcPct val="100000"/>
              </a:lnSpc>
              <a:buClr>
                <a:srgbClr val="00AC8C"/>
              </a:buClr>
              <a:buFont typeface="Arial MT"/>
              <a:buChar char="•"/>
              <a:tabLst>
                <a:tab pos="166370" algn="l"/>
              </a:tabLst>
            </a:pPr>
            <a:r>
              <a:rPr sz="1400" b="1" spc="-25" dirty="0">
                <a:latin typeface="Tahoma"/>
                <a:cs typeface="Tahoma"/>
              </a:rPr>
              <a:t>Como</a:t>
            </a:r>
            <a:r>
              <a:rPr sz="1400" b="1" spc="-50" dirty="0">
                <a:latin typeface="Tahoma"/>
                <a:cs typeface="Tahoma"/>
              </a:rPr>
              <a:t> </a:t>
            </a:r>
            <a:r>
              <a:rPr sz="1400" b="1" spc="-20" dirty="0">
                <a:latin typeface="Tahoma"/>
                <a:cs typeface="Tahoma"/>
              </a:rPr>
              <a:t>imprimir</a:t>
            </a:r>
            <a:r>
              <a:rPr sz="1400" b="1" spc="-50" dirty="0">
                <a:latin typeface="Tahoma"/>
                <a:cs typeface="Tahoma"/>
              </a:rPr>
              <a:t> </a:t>
            </a:r>
            <a:r>
              <a:rPr sz="1400" b="1" spc="-110" dirty="0">
                <a:latin typeface="Tahoma"/>
                <a:cs typeface="Tahoma"/>
              </a:rPr>
              <a:t>a</a:t>
            </a:r>
            <a:r>
              <a:rPr sz="1400" b="1" spc="-45" dirty="0">
                <a:latin typeface="Tahoma"/>
                <a:cs typeface="Tahoma"/>
              </a:rPr>
              <a:t> última</a:t>
            </a:r>
            <a:r>
              <a:rPr sz="1400" b="1" spc="-50" dirty="0">
                <a:latin typeface="Tahoma"/>
                <a:cs typeface="Tahoma"/>
              </a:rPr>
              <a:t> </a:t>
            </a:r>
            <a:r>
              <a:rPr sz="1400" b="1" spc="-10" dirty="0">
                <a:latin typeface="Tahoma"/>
                <a:cs typeface="Tahoma"/>
              </a:rPr>
              <a:t>nota?</a:t>
            </a:r>
            <a:endParaRPr sz="1400">
              <a:latin typeface="Tahoma"/>
              <a:cs typeface="Tahoma"/>
            </a:endParaRPr>
          </a:p>
          <a:p>
            <a:pPr marL="156210">
              <a:lnSpc>
                <a:spcPct val="100000"/>
              </a:lnSpc>
              <a:spcBef>
                <a:spcPts val="500"/>
              </a:spcBef>
            </a:pPr>
            <a:r>
              <a:rPr sz="1200" dirty="0">
                <a:solidFill>
                  <a:srgbClr val="00AC8C"/>
                </a:solidFill>
                <a:latin typeface="Arial MT"/>
                <a:cs typeface="Arial MT"/>
              </a:rPr>
              <a:t>–</a:t>
            </a:r>
            <a:r>
              <a:rPr sz="1200" spc="235" dirty="0">
                <a:solidFill>
                  <a:srgbClr val="00AC8C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595959"/>
                </a:solidFill>
                <a:latin typeface="MingLiU_HKSCS-ExtB"/>
                <a:cs typeface="MingLiU_HKSCS-ExtB"/>
              </a:rPr>
              <a:t>System.out.println</a:t>
            </a:r>
            <a:r>
              <a:rPr sz="1000" spc="-10" dirty="0">
                <a:solidFill>
                  <a:srgbClr val="B25900"/>
                </a:solidFill>
                <a:latin typeface="MingLiU_HKSCS-ExtB"/>
                <a:cs typeface="MingLiU_HKSCS-ExtB"/>
              </a:rPr>
              <a:t>(</a:t>
            </a:r>
            <a:r>
              <a:rPr sz="1000" spc="-10" dirty="0">
                <a:solidFill>
                  <a:srgbClr val="595959"/>
                </a:solidFill>
                <a:latin typeface="MingLiU_HKSCS-ExtB"/>
                <a:cs typeface="MingLiU_HKSCS-ExtB"/>
              </a:rPr>
              <a:t>notas</a:t>
            </a:r>
            <a:r>
              <a:rPr sz="1000" spc="-10" dirty="0">
                <a:solidFill>
                  <a:srgbClr val="B25900"/>
                </a:solidFill>
                <a:latin typeface="MingLiU_HKSCS-ExtB"/>
                <a:cs typeface="MingLiU_HKSCS-ExtB"/>
              </a:rPr>
              <a:t>[</a:t>
            </a:r>
            <a:r>
              <a:rPr sz="1000" spc="-10" dirty="0">
                <a:solidFill>
                  <a:srgbClr val="595959"/>
                </a:solidFill>
                <a:latin typeface="MingLiU_HKSCS-ExtB"/>
                <a:cs typeface="MingLiU_HKSCS-ExtB"/>
              </a:rPr>
              <a:t>4</a:t>
            </a:r>
            <a:r>
              <a:rPr sz="1000" spc="-10" dirty="0">
                <a:solidFill>
                  <a:srgbClr val="B25900"/>
                </a:solidFill>
                <a:latin typeface="MingLiU_HKSCS-ExtB"/>
                <a:cs typeface="MingLiU_HKSCS-ExtB"/>
              </a:rPr>
              <a:t>])</a:t>
            </a:r>
            <a:r>
              <a:rPr sz="1200" spc="-10" dirty="0">
                <a:latin typeface="Arial MT"/>
                <a:cs typeface="Arial MT"/>
              </a:rPr>
              <a:t>;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3202038"/>
            <a:ext cx="5760085" cy="38100"/>
          </a:xfrm>
          <a:custGeom>
            <a:avLst/>
            <a:gdLst/>
            <a:ahLst/>
            <a:cxnLst/>
            <a:rect l="l" t="t" r="r" b="b"/>
            <a:pathLst>
              <a:path w="5760085" h="38100">
                <a:moveTo>
                  <a:pt x="5759996" y="0"/>
                </a:moveTo>
                <a:lnTo>
                  <a:pt x="0" y="0"/>
                </a:lnTo>
                <a:lnTo>
                  <a:pt x="0" y="37960"/>
                </a:lnTo>
                <a:lnTo>
                  <a:pt x="5759996" y="37960"/>
                </a:lnTo>
                <a:lnTo>
                  <a:pt x="5759996" y="0"/>
                </a:lnTo>
                <a:close/>
              </a:path>
            </a:pathLst>
          </a:custGeom>
          <a:solidFill>
            <a:srgbClr val="00AC8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fld id="{81D60167-4931-47E6-BA6A-407CBD079E47}" type="slidenum">
              <a:rPr spc="-25" dirty="0"/>
              <a:t>19</a:t>
            </a:fld>
            <a:endParaRPr spc="-25" dirty="0"/>
          </a:p>
        </p:txBody>
      </p:sp>
    </p:spTree>
  </p:cSld>
  <p:clrMapOvr>
    <a:masterClrMapping/>
  </p:clrMapOvr>
  <p:transition>
    <p:cut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65" dirty="0"/>
              <a:t>Exemplo</a:t>
            </a:r>
            <a:r>
              <a:rPr spc="25" dirty="0"/>
              <a:t> </a:t>
            </a:r>
            <a:r>
              <a:rPr spc="-50" dirty="0"/>
              <a:t>2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1292" y="553577"/>
            <a:ext cx="5124450" cy="6076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66370" indent="-153670">
              <a:lnSpc>
                <a:spcPct val="100000"/>
              </a:lnSpc>
              <a:spcBef>
                <a:spcPts val="135"/>
              </a:spcBef>
              <a:buClr>
                <a:srgbClr val="00AC8C"/>
              </a:buClr>
              <a:buChar char="•"/>
              <a:tabLst>
                <a:tab pos="166370" algn="l"/>
              </a:tabLst>
            </a:pPr>
            <a:r>
              <a:rPr sz="1400" spc="-30" dirty="0">
                <a:latin typeface="Arial MT"/>
                <a:cs typeface="Arial MT"/>
              </a:rPr>
              <a:t>Encontrar</a:t>
            </a:r>
            <a:r>
              <a:rPr sz="1400" spc="-35" dirty="0">
                <a:latin typeface="Arial MT"/>
                <a:cs typeface="Arial MT"/>
              </a:rPr>
              <a:t> </a:t>
            </a:r>
            <a:r>
              <a:rPr sz="1400" spc="-70" dirty="0">
                <a:latin typeface="Arial MT"/>
                <a:cs typeface="Arial MT"/>
              </a:rPr>
              <a:t>o</a:t>
            </a:r>
            <a:r>
              <a:rPr sz="1400" spc="-35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maior</a:t>
            </a:r>
            <a:r>
              <a:rPr sz="1400" spc="-35" dirty="0">
                <a:latin typeface="Arial MT"/>
                <a:cs typeface="Arial MT"/>
              </a:rPr>
              <a:t> </a:t>
            </a:r>
            <a:r>
              <a:rPr sz="1400" spc="-45" dirty="0">
                <a:latin typeface="Arial MT"/>
                <a:cs typeface="Arial MT"/>
              </a:rPr>
              <a:t>elemento</a:t>
            </a:r>
            <a:r>
              <a:rPr sz="1400" spc="-35" dirty="0">
                <a:latin typeface="Arial MT"/>
                <a:cs typeface="Arial MT"/>
              </a:rPr>
              <a:t> </a:t>
            </a:r>
            <a:r>
              <a:rPr sz="1400" spc="-70" dirty="0">
                <a:latin typeface="Arial MT"/>
                <a:cs typeface="Arial MT"/>
              </a:rPr>
              <a:t>em</a:t>
            </a:r>
            <a:r>
              <a:rPr sz="1400" spc="-3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um</a:t>
            </a:r>
            <a:r>
              <a:rPr sz="1400" spc="-35" dirty="0">
                <a:latin typeface="Arial MT"/>
                <a:cs typeface="Arial MT"/>
              </a:rPr>
              <a:t> </a:t>
            </a:r>
            <a:r>
              <a:rPr sz="1400" spc="-20" dirty="0">
                <a:latin typeface="Arial MT"/>
                <a:cs typeface="Arial MT"/>
              </a:rPr>
              <a:t>vetor</a:t>
            </a:r>
            <a:r>
              <a:rPr sz="1400" spc="-35" dirty="0">
                <a:latin typeface="Arial MT"/>
                <a:cs typeface="Arial MT"/>
              </a:rPr>
              <a:t> </a:t>
            </a:r>
            <a:r>
              <a:rPr sz="1400" spc="-50" dirty="0">
                <a:latin typeface="Arial MT"/>
                <a:cs typeface="Arial MT"/>
              </a:rPr>
              <a:t>com</a:t>
            </a:r>
            <a:r>
              <a:rPr sz="1400" spc="-35" dirty="0">
                <a:latin typeface="Arial MT"/>
                <a:cs typeface="Arial MT"/>
              </a:rPr>
              <a:t> </a:t>
            </a:r>
            <a:r>
              <a:rPr sz="1400" spc="-114" dirty="0">
                <a:latin typeface="Arial MT"/>
                <a:cs typeface="Arial MT"/>
              </a:rPr>
              <a:t>5</a:t>
            </a:r>
            <a:r>
              <a:rPr sz="1400" spc="-35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inteiros</a:t>
            </a:r>
            <a:r>
              <a:rPr sz="1400" spc="-35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positivos:</a:t>
            </a:r>
            <a:endParaRPr sz="1400">
              <a:latin typeface="Arial MT"/>
              <a:cs typeface="Arial MT"/>
            </a:endParaRPr>
          </a:p>
          <a:p>
            <a:pPr marL="162560">
              <a:lnSpc>
                <a:spcPts val="960"/>
              </a:lnSpc>
              <a:spcBef>
                <a:spcPts val="950"/>
              </a:spcBef>
            </a:pPr>
            <a:r>
              <a:rPr sz="600" dirty="0">
                <a:solidFill>
                  <a:srgbClr val="666666"/>
                </a:solidFill>
                <a:latin typeface="MingLiU_HKSCS-ExtB"/>
                <a:cs typeface="MingLiU_HKSCS-ExtB"/>
              </a:rPr>
              <a:t>1</a:t>
            </a:r>
            <a:r>
              <a:rPr sz="600" spc="-145" dirty="0">
                <a:solidFill>
                  <a:srgbClr val="666666"/>
                </a:solidFill>
                <a:latin typeface="MingLiU_HKSCS-ExtB"/>
                <a:cs typeface="MingLiU_HKSCS-ExtB"/>
              </a:rPr>
              <a:t> </a:t>
            </a:r>
            <a:r>
              <a:rPr sz="800" b="1" dirty="0">
                <a:solidFill>
                  <a:srgbClr val="00AC8C"/>
                </a:solidFill>
                <a:latin typeface="Arial"/>
                <a:cs typeface="Arial"/>
              </a:rPr>
              <a:t>public</a:t>
            </a:r>
            <a:r>
              <a:rPr sz="800" b="1" spc="160" dirty="0">
                <a:solidFill>
                  <a:srgbClr val="00AC8C"/>
                </a:solidFill>
                <a:latin typeface="Arial"/>
                <a:cs typeface="Arial"/>
              </a:rPr>
              <a:t> </a:t>
            </a:r>
            <a:r>
              <a:rPr sz="800" b="1" dirty="0">
                <a:solidFill>
                  <a:srgbClr val="00AC8C"/>
                </a:solidFill>
                <a:latin typeface="Arial"/>
                <a:cs typeface="Arial"/>
              </a:rPr>
              <a:t>class</a:t>
            </a:r>
            <a:r>
              <a:rPr sz="800" b="1" spc="165" dirty="0">
                <a:solidFill>
                  <a:srgbClr val="00AC8C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95959"/>
                </a:solidFill>
                <a:latin typeface="MingLiU_HKSCS-ExtB"/>
                <a:cs typeface="MingLiU_HKSCS-ExtB"/>
              </a:rPr>
              <a:t>Exemplo2</a:t>
            </a:r>
            <a:r>
              <a:rPr sz="800" spc="-15" dirty="0">
                <a:solidFill>
                  <a:srgbClr val="595959"/>
                </a:solidFill>
                <a:latin typeface="MingLiU_HKSCS-ExtB"/>
                <a:cs typeface="MingLiU_HKSCS-ExtB"/>
              </a:rPr>
              <a:t> </a:t>
            </a:r>
            <a:r>
              <a:rPr sz="800" b="1" spc="30" dirty="0">
                <a:solidFill>
                  <a:srgbClr val="B25900"/>
                </a:solidFill>
                <a:latin typeface="Arial"/>
                <a:cs typeface="Arial"/>
              </a:rPr>
              <a:t>{</a:t>
            </a:r>
            <a:endParaRPr sz="800">
              <a:latin typeface="Arial"/>
              <a:cs typeface="Arial"/>
            </a:endParaRPr>
          </a:p>
          <a:p>
            <a:pPr marL="162560">
              <a:lnSpc>
                <a:spcPts val="960"/>
              </a:lnSpc>
            </a:pPr>
            <a:r>
              <a:rPr sz="600" dirty="0">
                <a:solidFill>
                  <a:srgbClr val="666666"/>
                </a:solidFill>
                <a:latin typeface="MingLiU_HKSCS-ExtB"/>
                <a:cs typeface="MingLiU_HKSCS-ExtB"/>
              </a:rPr>
              <a:t>2</a:t>
            </a:r>
            <a:r>
              <a:rPr sz="600" spc="160" dirty="0">
                <a:solidFill>
                  <a:srgbClr val="666666"/>
                </a:solidFill>
                <a:latin typeface="MingLiU_HKSCS-ExtB"/>
                <a:cs typeface="MingLiU_HKSCS-ExtB"/>
              </a:rPr>
              <a:t>  </a:t>
            </a:r>
            <a:r>
              <a:rPr sz="800" b="1" dirty="0">
                <a:solidFill>
                  <a:srgbClr val="00AC8C"/>
                </a:solidFill>
                <a:latin typeface="Arial"/>
                <a:cs typeface="Arial"/>
              </a:rPr>
              <a:t>public</a:t>
            </a:r>
            <a:r>
              <a:rPr sz="800" b="1" spc="204" dirty="0">
                <a:solidFill>
                  <a:srgbClr val="00AC8C"/>
                </a:solidFill>
                <a:latin typeface="Arial"/>
                <a:cs typeface="Arial"/>
              </a:rPr>
              <a:t> </a:t>
            </a:r>
            <a:r>
              <a:rPr sz="800" b="1" dirty="0">
                <a:solidFill>
                  <a:srgbClr val="00AC8C"/>
                </a:solidFill>
                <a:latin typeface="Arial"/>
                <a:cs typeface="Arial"/>
              </a:rPr>
              <a:t>static</a:t>
            </a:r>
            <a:r>
              <a:rPr sz="800" b="1" spc="200" dirty="0">
                <a:solidFill>
                  <a:srgbClr val="00AC8C"/>
                </a:solidFill>
                <a:latin typeface="Arial"/>
                <a:cs typeface="Arial"/>
              </a:rPr>
              <a:t> </a:t>
            </a:r>
            <a:r>
              <a:rPr sz="800" b="1" dirty="0">
                <a:solidFill>
                  <a:srgbClr val="00AC8C"/>
                </a:solidFill>
                <a:latin typeface="Arial"/>
                <a:cs typeface="Arial"/>
              </a:rPr>
              <a:t>void</a:t>
            </a:r>
            <a:r>
              <a:rPr sz="800" b="1" spc="200" dirty="0">
                <a:solidFill>
                  <a:srgbClr val="00AC8C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95959"/>
                </a:solidFill>
                <a:latin typeface="MingLiU_HKSCS-ExtB"/>
                <a:cs typeface="MingLiU_HKSCS-ExtB"/>
              </a:rPr>
              <a:t>main</a:t>
            </a:r>
            <a:r>
              <a:rPr sz="800" dirty="0">
                <a:solidFill>
                  <a:srgbClr val="B25900"/>
                </a:solidFill>
                <a:latin typeface="MingLiU_HKSCS-ExtB"/>
                <a:cs typeface="MingLiU_HKSCS-ExtB"/>
              </a:rPr>
              <a:t>(</a:t>
            </a:r>
            <a:r>
              <a:rPr sz="800" dirty="0">
                <a:solidFill>
                  <a:srgbClr val="595959"/>
                </a:solidFill>
                <a:latin typeface="MingLiU_HKSCS-ExtB"/>
                <a:cs typeface="MingLiU_HKSCS-ExtB"/>
              </a:rPr>
              <a:t>String</a:t>
            </a:r>
            <a:r>
              <a:rPr sz="800" dirty="0">
                <a:solidFill>
                  <a:srgbClr val="B25900"/>
                </a:solidFill>
                <a:latin typeface="MingLiU_HKSCS-ExtB"/>
                <a:cs typeface="MingLiU_HKSCS-ExtB"/>
              </a:rPr>
              <a:t>[]</a:t>
            </a:r>
            <a:r>
              <a:rPr sz="800" spc="20" dirty="0">
                <a:solidFill>
                  <a:srgbClr val="B25900"/>
                </a:solidFill>
                <a:latin typeface="MingLiU_HKSCS-ExtB"/>
                <a:cs typeface="MingLiU_HKSCS-ExtB"/>
              </a:rPr>
              <a:t> </a:t>
            </a:r>
            <a:r>
              <a:rPr sz="800" dirty="0">
                <a:solidFill>
                  <a:srgbClr val="595959"/>
                </a:solidFill>
                <a:latin typeface="MingLiU_HKSCS-ExtB"/>
                <a:cs typeface="MingLiU_HKSCS-ExtB"/>
              </a:rPr>
              <a:t>args</a:t>
            </a:r>
            <a:r>
              <a:rPr sz="800" dirty="0">
                <a:solidFill>
                  <a:srgbClr val="B25900"/>
                </a:solidFill>
                <a:latin typeface="MingLiU_HKSCS-ExtB"/>
                <a:cs typeface="MingLiU_HKSCS-ExtB"/>
              </a:rPr>
              <a:t>)</a:t>
            </a:r>
            <a:r>
              <a:rPr sz="800" spc="20" dirty="0">
                <a:solidFill>
                  <a:srgbClr val="B25900"/>
                </a:solidFill>
                <a:latin typeface="MingLiU_HKSCS-ExtB"/>
                <a:cs typeface="MingLiU_HKSCS-ExtB"/>
              </a:rPr>
              <a:t> </a:t>
            </a:r>
            <a:r>
              <a:rPr sz="800" b="1" spc="30" dirty="0">
                <a:solidFill>
                  <a:srgbClr val="B25900"/>
                </a:solidFill>
                <a:latin typeface="Arial"/>
                <a:cs typeface="Arial"/>
              </a:rPr>
              <a:t>{</a:t>
            </a:r>
            <a:endParaRPr sz="800">
              <a:latin typeface="Arial"/>
              <a:cs typeface="Arial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221838" y="1181635"/>
          <a:ext cx="2903220" cy="16630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38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8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317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1440">
                <a:tc>
                  <a:txBody>
                    <a:bodyPr/>
                    <a:lstStyle/>
                    <a:p>
                      <a:pPr marR="10795" algn="ctr">
                        <a:lnSpc>
                          <a:spcPts val="625"/>
                        </a:lnSpc>
                      </a:pPr>
                      <a:r>
                        <a:rPr sz="600" spc="-50" dirty="0">
                          <a:solidFill>
                            <a:srgbClr val="666666"/>
                          </a:solidFill>
                          <a:latin typeface="MingLiU_HKSCS-ExtB"/>
                          <a:cs typeface="MingLiU_HKSCS-ExtB"/>
                        </a:rPr>
                        <a:t>3</a:t>
                      </a:r>
                      <a:endParaRPr sz="600">
                        <a:latin typeface="MingLiU_HKSCS-ExtB"/>
                        <a:cs typeface="MingLiU_HKSCS-ExtB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3825">
                <a:tc>
                  <a:txBody>
                    <a:bodyPr/>
                    <a:lstStyle/>
                    <a:p>
                      <a:pPr marR="10795" algn="ctr">
                        <a:lnSpc>
                          <a:spcPts val="710"/>
                        </a:lnSpc>
                        <a:spcBef>
                          <a:spcPts val="165"/>
                        </a:spcBef>
                      </a:pPr>
                      <a:r>
                        <a:rPr sz="600" spc="-50" dirty="0">
                          <a:solidFill>
                            <a:srgbClr val="666666"/>
                          </a:solidFill>
                          <a:latin typeface="MingLiU_HKSCS-ExtB"/>
                          <a:cs typeface="MingLiU_HKSCS-ExtB"/>
                        </a:rPr>
                        <a:t>4</a:t>
                      </a:r>
                      <a:endParaRPr sz="600">
                        <a:latin typeface="MingLiU_HKSCS-ExtB"/>
                        <a:cs typeface="MingLiU_HKSCS-ExtB"/>
                      </a:endParaRPr>
                    </a:p>
                  </a:txBody>
                  <a:tcPr marL="0" marR="0" marT="2095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9685">
                        <a:lnSpc>
                          <a:spcPts val="875"/>
                        </a:lnSpc>
                      </a:pPr>
                      <a:r>
                        <a:rPr sz="800" b="1" spc="70" dirty="0">
                          <a:solidFill>
                            <a:srgbClr val="00AC8C"/>
                          </a:solidFill>
                          <a:latin typeface="Arial"/>
                          <a:cs typeface="Arial"/>
                        </a:rPr>
                        <a:t>int</a:t>
                      </a:r>
                      <a:r>
                        <a:rPr sz="800" b="1" spc="165" dirty="0">
                          <a:solidFill>
                            <a:srgbClr val="00AC8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solidFill>
                            <a:srgbClr val="595959"/>
                          </a:solidFill>
                          <a:latin typeface="MingLiU_HKSCS-ExtB"/>
                          <a:cs typeface="MingLiU_HKSCS-ExtB"/>
                        </a:rPr>
                        <a:t>maior</a:t>
                      </a:r>
                      <a:r>
                        <a:rPr sz="800" spc="-10" dirty="0">
                          <a:solidFill>
                            <a:srgbClr val="595959"/>
                          </a:solidFill>
                          <a:latin typeface="MingLiU_HKSCS-ExtB"/>
                          <a:cs typeface="MingLiU_HKSCS-ExtB"/>
                        </a:rPr>
                        <a:t> </a:t>
                      </a:r>
                      <a:r>
                        <a:rPr sz="800" dirty="0">
                          <a:solidFill>
                            <a:srgbClr val="595959"/>
                          </a:solidFill>
                          <a:latin typeface="MingLiU_HKSCS-ExtB"/>
                          <a:cs typeface="MingLiU_HKSCS-ExtB"/>
                        </a:rPr>
                        <a:t>=</a:t>
                      </a:r>
                      <a:r>
                        <a:rPr sz="800" spc="-10" dirty="0">
                          <a:solidFill>
                            <a:srgbClr val="595959"/>
                          </a:solidFill>
                          <a:latin typeface="MingLiU_HKSCS-ExtB"/>
                          <a:cs typeface="MingLiU_HKSCS-ExtB"/>
                        </a:rPr>
                        <a:t> </a:t>
                      </a:r>
                      <a:r>
                        <a:rPr sz="800" spc="-25" dirty="0">
                          <a:solidFill>
                            <a:srgbClr val="595959"/>
                          </a:solidFill>
                          <a:latin typeface="MingLiU_HKSCS-ExtB"/>
                          <a:cs typeface="MingLiU_HKSCS-ExtB"/>
                        </a:rPr>
                        <a:t>0;</a:t>
                      </a:r>
                      <a:endParaRPr sz="800">
                        <a:latin typeface="MingLiU_HKSCS-ExtB"/>
                        <a:cs typeface="MingLiU_HKSCS-ExtB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0810">
                <a:tc>
                  <a:txBody>
                    <a:bodyPr/>
                    <a:lstStyle/>
                    <a:p>
                      <a:pPr marR="10795" algn="ctr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600" spc="-50" dirty="0">
                          <a:solidFill>
                            <a:srgbClr val="666666"/>
                          </a:solidFill>
                          <a:latin typeface="MingLiU_HKSCS-ExtB"/>
                          <a:cs typeface="MingLiU_HKSCS-ExtB"/>
                        </a:rPr>
                        <a:t>5</a:t>
                      </a:r>
                      <a:endParaRPr sz="600">
                        <a:latin typeface="MingLiU_HKSCS-ExtB"/>
                        <a:cs typeface="MingLiU_HKSCS-ExtB"/>
                      </a:endParaRPr>
                    </a:p>
                  </a:txBody>
                  <a:tcPr marL="0" marR="0" marT="1841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9685">
                        <a:lnSpc>
                          <a:spcPts val="905"/>
                        </a:lnSpc>
                      </a:pPr>
                      <a:r>
                        <a:rPr sz="800" b="1" dirty="0">
                          <a:solidFill>
                            <a:srgbClr val="00AC8C"/>
                          </a:solidFill>
                          <a:latin typeface="Arial"/>
                          <a:cs typeface="Arial"/>
                        </a:rPr>
                        <a:t>int</a:t>
                      </a:r>
                      <a:r>
                        <a:rPr sz="800" dirty="0">
                          <a:solidFill>
                            <a:srgbClr val="B25900"/>
                          </a:solidFill>
                          <a:latin typeface="MingLiU_HKSCS-ExtB"/>
                          <a:cs typeface="MingLiU_HKSCS-ExtB"/>
                        </a:rPr>
                        <a:t>[]</a:t>
                      </a:r>
                      <a:r>
                        <a:rPr sz="800" spc="20" dirty="0">
                          <a:solidFill>
                            <a:srgbClr val="B25900"/>
                          </a:solidFill>
                          <a:latin typeface="MingLiU_HKSCS-ExtB"/>
                          <a:cs typeface="MingLiU_HKSCS-ExtB"/>
                        </a:rPr>
                        <a:t> </a:t>
                      </a:r>
                      <a:r>
                        <a:rPr sz="800" dirty="0">
                          <a:solidFill>
                            <a:srgbClr val="595959"/>
                          </a:solidFill>
                          <a:latin typeface="MingLiU_HKSCS-ExtB"/>
                          <a:cs typeface="MingLiU_HKSCS-ExtB"/>
                        </a:rPr>
                        <a:t>numeros</a:t>
                      </a:r>
                      <a:r>
                        <a:rPr sz="800" spc="25" dirty="0">
                          <a:solidFill>
                            <a:srgbClr val="595959"/>
                          </a:solidFill>
                          <a:latin typeface="MingLiU_HKSCS-ExtB"/>
                          <a:cs typeface="MingLiU_HKSCS-ExtB"/>
                        </a:rPr>
                        <a:t> </a:t>
                      </a:r>
                      <a:r>
                        <a:rPr sz="800" dirty="0">
                          <a:solidFill>
                            <a:srgbClr val="595959"/>
                          </a:solidFill>
                          <a:latin typeface="MingLiU_HKSCS-ExtB"/>
                          <a:cs typeface="MingLiU_HKSCS-ExtB"/>
                        </a:rPr>
                        <a:t>=</a:t>
                      </a:r>
                      <a:r>
                        <a:rPr sz="800" spc="25" dirty="0">
                          <a:solidFill>
                            <a:srgbClr val="595959"/>
                          </a:solidFill>
                          <a:latin typeface="MingLiU_HKSCS-ExtB"/>
                          <a:cs typeface="MingLiU_HKSCS-ExtB"/>
                        </a:rPr>
                        <a:t> </a:t>
                      </a:r>
                      <a:r>
                        <a:rPr sz="800" b="1" spc="-85" dirty="0">
                          <a:solidFill>
                            <a:srgbClr val="00AC8C"/>
                          </a:solidFill>
                          <a:latin typeface="Arial"/>
                          <a:cs typeface="Arial"/>
                        </a:rPr>
                        <a:t>new</a:t>
                      </a:r>
                      <a:r>
                        <a:rPr sz="800" b="1" spc="200" dirty="0">
                          <a:solidFill>
                            <a:srgbClr val="00AC8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b="1" dirty="0">
                          <a:solidFill>
                            <a:srgbClr val="00AC8C"/>
                          </a:solidFill>
                          <a:latin typeface="Arial"/>
                          <a:cs typeface="Arial"/>
                        </a:rPr>
                        <a:t>int</a:t>
                      </a:r>
                      <a:r>
                        <a:rPr sz="800" dirty="0">
                          <a:solidFill>
                            <a:srgbClr val="B25900"/>
                          </a:solidFill>
                          <a:latin typeface="MingLiU_HKSCS-ExtB"/>
                          <a:cs typeface="MingLiU_HKSCS-ExtB"/>
                        </a:rPr>
                        <a:t>[]</a:t>
                      </a:r>
                      <a:r>
                        <a:rPr sz="800" spc="25" dirty="0">
                          <a:solidFill>
                            <a:srgbClr val="B25900"/>
                          </a:solidFill>
                          <a:latin typeface="MingLiU_HKSCS-ExtB"/>
                          <a:cs typeface="MingLiU_HKSCS-ExtB"/>
                        </a:rPr>
                        <a:t> </a:t>
                      </a:r>
                      <a:r>
                        <a:rPr sz="800" b="1" dirty="0">
                          <a:solidFill>
                            <a:srgbClr val="B25900"/>
                          </a:solidFill>
                          <a:latin typeface="Arial"/>
                          <a:cs typeface="Arial"/>
                        </a:rPr>
                        <a:t>{</a:t>
                      </a:r>
                      <a:r>
                        <a:rPr sz="800" dirty="0">
                          <a:solidFill>
                            <a:srgbClr val="595959"/>
                          </a:solidFill>
                          <a:latin typeface="MingLiU_HKSCS-ExtB"/>
                          <a:cs typeface="MingLiU_HKSCS-ExtB"/>
                        </a:rPr>
                        <a:t>90,</a:t>
                      </a:r>
                      <a:r>
                        <a:rPr sz="800" spc="25" dirty="0">
                          <a:solidFill>
                            <a:srgbClr val="595959"/>
                          </a:solidFill>
                          <a:latin typeface="MingLiU_HKSCS-ExtB"/>
                          <a:cs typeface="MingLiU_HKSCS-ExtB"/>
                        </a:rPr>
                        <a:t> </a:t>
                      </a:r>
                      <a:r>
                        <a:rPr sz="800" dirty="0">
                          <a:solidFill>
                            <a:srgbClr val="595959"/>
                          </a:solidFill>
                          <a:latin typeface="MingLiU_HKSCS-ExtB"/>
                          <a:cs typeface="MingLiU_HKSCS-ExtB"/>
                        </a:rPr>
                        <a:t>234,</a:t>
                      </a:r>
                      <a:r>
                        <a:rPr sz="800" spc="20" dirty="0">
                          <a:solidFill>
                            <a:srgbClr val="595959"/>
                          </a:solidFill>
                          <a:latin typeface="MingLiU_HKSCS-ExtB"/>
                          <a:cs typeface="MingLiU_HKSCS-ExtB"/>
                        </a:rPr>
                        <a:t> </a:t>
                      </a:r>
                      <a:r>
                        <a:rPr sz="800" dirty="0">
                          <a:solidFill>
                            <a:srgbClr val="595959"/>
                          </a:solidFill>
                          <a:latin typeface="MingLiU_HKSCS-ExtB"/>
                          <a:cs typeface="MingLiU_HKSCS-ExtB"/>
                        </a:rPr>
                        <a:t>567,</a:t>
                      </a:r>
                      <a:r>
                        <a:rPr sz="800" spc="25" dirty="0">
                          <a:solidFill>
                            <a:srgbClr val="595959"/>
                          </a:solidFill>
                          <a:latin typeface="MingLiU_HKSCS-ExtB"/>
                          <a:cs typeface="MingLiU_HKSCS-ExtB"/>
                        </a:rPr>
                        <a:t> </a:t>
                      </a:r>
                      <a:r>
                        <a:rPr sz="800" dirty="0">
                          <a:solidFill>
                            <a:srgbClr val="595959"/>
                          </a:solidFill>
                          <a:latin typeface="MingLiU_HKSCS-ExtB"/>
                          <a:cs typeface="MingLiU_HKSCS-ExtB"/>
                        </a:rPr>
                        <a:t>34,</a:t>
                      </a:r>
                      <a:r>
                        <a:rPr sz="800" spc="25" dirty="0">
                          <a:solidFill>
                            <a:srgbClr val="595959"/>
                          </a:solidFill>
                          <a:latin typeface="MingLiU_HKSCS-ExtB"/>
                          <a:cs typeface="MingLiU_HKSCS-ExtB"/>
                        </a:rPr>
                        <a:t> </a:t>
                      </a:r>
                      <a:r>
                        <a:rPr sz="800" dirty="0">
                          <a:solidFill>
                            <a:srgbClr val="595959"/>
                          </a:solidFill>
                          <a:latin typeface="MingLiU_HKSCS-ExtB"/>
                          <a:cs typeface="MingLiU_HKSCS-ExtB"/>
                        </a:rPr>
                        <a:t>6</a:t>
                      </a:r>
                      <a:r>
                        <a:rPr sz="800" spc="25" dirty="0">
                          <a:solidFill>
                            <a:srgbClr val="595959"/>
                          </a:solidFill>
                          <a:latin typeface="MingLiU_HKSCS-ExtB"/>
                          <a:cs typeface="MingLiU_HKSCS-ExtB"/>
                        </a:rPr>
                        <a:t> </a:t>
                      </a:r>
                      <a:r>
                        <a:rPr sz="800" b="1" spc="-25" dirty="0">
                          <a:solidFill>
                            <a:srgbClr val="B25900"/>
                          </a:solidFill>
                          <a:latin typeface="Arial"/>
                          <a:cs typeface="Arial"/>
                        </a:rPr>
                        <a:t>}</a:t>
                      </a:r>
                      <a:r>
                        <a:rPr sz="800" spc="-25" dirty="0">
                          <a:solidFill>
                            <a:srgbClr val="595959"/>
                          </a:solidFill>
                          <a:latin typeface="MingLiU_HKSCS-ExtB"/>
                          <a:cs typeface="MingLiU_HKSCS-ExtB"/>
                        </a:rPr>
                        <a:t>;</a:t>
                      </a:r>
                      <a:endParaRPr sz="800">
                        <a:latin typeface="MingLiU_HKSCS-ExtB"/>
                        <a:cs typeface="MingLiU_HKSCS-ExtB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0489">
                <a:tc>
                  <a:txBody>
                    <a:bodyPr/>
                    <a:lstStyle/>
                    <a:p>
                      <a:pPr marR="10795" algn="ctr">
                        <a:lnSpc>
                          <a:spcPts val="700"/>
                        </a:lnSpc>
                        <a:spcBef>
                          <a:spcPts val="65"/>
                        </a:spcBef>
                      </a:pPr>
                      <a:r>
                        <a:rPr sz="600" spc="-50" dirty="0">
                          <a:solidFill>
                            <a:srgbClr val="666666"/>
                          </a:solidFill>
                          <a:latin typeface="MingLiU_HKSCS-ExtB"/>
                          <a:cs typeface="MingLiU_HKSCS-ExtB"/>
                        </a:rPr>
                        <a:t>6</a:t>
                      </a:r>
                      <a:endParaRPr sz="600">
                        <a:latin typeface="MingLiU_HKSCS-ExtB"/>
                        <a:cs typeface="MingLiU_HKSCS-ExtB"/>
                      </a:endParaRPr>
                    </a:p>
                  </a:txBody>
                  <a:tcPr marL="0" marR="0" marT="825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1920">
                <a:tc>
                  <a:txBody>
                    <a:bodyPr/>
                    <a:lstStyle/>
                    <a:p>
                      <a:pPr marR="10795" algn="ctr">
                        <a:lnSpc>
                          <a:spcPts val="705"/>
                        </a:lnSpc>
                        <a:spcBef>
                          <a:spcPts val="155"/>
                        </a:spcBef>
                      </a:pPr>
                      <a:r>
                        <a:rPr sz="600" spc="-50" dirty="0">
                          <a:solidFill>
                            <a:srgbClr val="666666"/>
                          </a:solidFill>
                          <a:latin typeface="MingLiU_HKSCS-ExtB"/>
                          <a:cs typeface="MingLiU_HKSCS-ExtB"/>
                        </a:rPr>
                        <a:t>7</a:t>
                      </a:r>
                      <a:endParaRPr sz="600">
                        <a:latin typeface="MingLiU_HKSCS-ExtB"/>
                        <a:cs typeface="MingLiU_HKSCS-ExtB"/>
                      </a:endParaRPr>
                    </a:p>
                  </a:txBody>
                  <a:tcPr marL="0" marR="0" marT="1968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9685">
                        <a:lnSpc>
                          <a:spcPts val="860"/>
                        </a:lnSpc>
                      </a:pPr>
                      <a:r>
                        <a:rPr sz="800" dirty="0">
                          <a:solidFill>
                            <a:srgbClr val="009380"/>
                          </a:solidFill>
                          <a:latin typeface="MingLiU_HKSCS-ExtB"/>
                          <a:cs typeface="MingLiU_HKSCS-ExtB"/>
                        </a:rPr>
                        <a:t>//</a:t>
                      </a:r>
                      <a:r>
                        <a:rPr sz="800" spc="-25" dirty="0">
                          <a:solidFill>
                            <a:srgbClr val="009380"/>
                          </a:solidFill>
                          <a:latin typeface="MingLiU_HKSCS-ExtB"/>
                          <a:cs typeface="MingLiU_HKSCS-ExtB"/>
                        </a:rPr>
                        <a:t> </a:t>
                      </a:r>
                      <a:r>
                        <a:rPr sz="800" dirty="0">
                          <a:solidFill>
                            <a:srgbClr val="009380"/>
                          </a:solidFill>
                          <a:latin typeface="MingLiU_HKSCS-ExtB"/>
                          <a:cs typeface="MingLiU_HKSCS-ExtB"/>
                        </a:rPr>
                        <a:t>encontrar</a:t>
                      </a:r>
                      <a:r>
                        <a:rPr sz="800" spc="-20" dirty="0">
                          <a:solidFill>
                            <a:srgbClr val="009380"/>
                          </a:solidFill>
                          <a:latin typeface="MingLiU_HKSCS-ExtB"/>
                          <a:cs typeface="MingLiU_HKSCS-ExtB"/>
                        </a:rPr>
                        <a:t> </a:t>
                      </a:r>
                      <a:r>
                        <a:rPr sz="800" dirty="0">
                          <a:solidFill>
                            <a:srgbClr val="009380"/>
                          </a:solidFill>
                          <a:latin typeface="MingLiU_HKSCS-ExtB"/>
                          <a:cs typeface="MingLiU_HKSCS-ExtB"/>
                        </a:rPr>
                        <a:t>o</a:t>
                      </a:r>
                      <a:r>
                        <a:rPr sz="800" spc="-25" dirty="0">
                          <a:solidFill>
                            <a:srgbClr val="009380"/>
                          </a:solidFill>
                          <a:latin typeface="MingLiU_HKSCS-ExtB"/>
                          <a:cs typeface="MingLiU_HKSCS-ExtB"/>
                        </a:rPr>
                        <a:t> </a:t>
                      </a:r>
                      <a:r>
                        <a:rPr sz="800" dirty="0">
                          <a:solidFill>
                            <a:srgbClr val="009380"/>
                          </a:solidFill>
                          <a:latin typeface="MingLiU_HKSCS-ExtB"/>
                          <a:cs typeface="MingLiU_HKSCS-ExtB"/>
                        </a:rPr>
                        <a:t>maior</a:t>
                      </a:r>
                      <a:r>
                        <a:rPr sz="800" spc="-20" dirty="0">
                          <a:solidFill>
                            <a:srgbClr val="009380"/>
                          </a:solidFill>
                          <a:latin typeface="MingLiU_HKSCS-ExtB"/>
                          <a:cs typeface="MingLiU_HKSCS-ExtB"/>
                        </a:rPr>
                        <a:t> </a:t>
                      </a:r>
                      <a:r>
                        <a:rPr sz="800" spc="-10" dirty="0">
                          <a:solidFill>
                            <a:srgbClr val="009380"/>
                          </a:solidFill>
                          <a:latin typeface="MingLiU_HKSCS-ExtB"/>
                          <a:cs typeface="MingLiU_HKSCS-ExtB"/>
                        </a:rPr>
                        <a:t>número</a:t>
                      </a:r>
                      <a:endParaRPr sz="800">
                        <a:latin typeface="MingLiU_HKSCS-ExtB"/>
                        <a:cs typeface="MingLiU_HKSCS-ExtB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21920">
                <a:tc>
                  <a:txBody>
                    <a:bodyPr/>
                    <a:lstStyle/>
                    <a:p>
                      <a:pPr marR="10795" algn="ctr">
                        <a:lnSpc>
                          <a:spcPts val="710"/>
                        </a:lnSpc>
                        <a:spcBef>
                          <a:spcPts val="150"/>
                        </a:spcBef>
                      </a:pPr>
                      <a:r>
                        <a:rPr sz="600" spc="-50" dirty="0">
                          <a:solidFill>
                            <a:srgbClr val="666666"/>
                          </a:solidFill>
                          <a:latin typeface="MingLiU_HKSCS-ExtB"/>
                          <a:cs typeface="MingLiU_HKSCS-ExtB"/>
                        </a:rPr>
                        <a:t>8</a:t>
                      </a:r>
                      <a:endParaRPr sz="600">
                        <a:latin typeface="MingLiU_HKSCS-ExtB"/>
                        <a:cs typeface="MingLiU_HKSCS-ExtB"/>
                      </a:endParaRPr>
                    </a:p>
                  </a:txBody>
                  <a:tcPr marL="0" marR="0" marT="1905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9685">
                        <a:lnSpc>
                          <a:spcPts val="860"/>
                        </a:lnSpc>
                      </a:pPr>
                      <a:r>
                        <a:rPr sz="800" b="1" dirty="0">
                          <a:solidFill>
                            <a:srgbClr val="00AC8C"/>
                          </a:solidFill>
                          <a:latin typeface="Arial"/>
                          <a:cs typeface="Arial"/>
                        </a:rPr>
                        <a:t>for</a:t>
                      </a:r>
                      <a:r>
                        <a:rPr sz="800" b="1" spc="185" dirty="0">
                          <a:solidFill>
                            <a:srgbClr val="00AC8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spc="50" dirty="0">
                          <a:solidFill>
                            <a:srgbClr val="B25900"/>
                          </a:solidFill>
                          <a:latin typeface="MingLiU_HKSCS-ExtB"/>
                          <a:cs typeface="MingLiU_HKSCS-ExtB"/>
                        </a:rPr>
                        <a:t>(</a:t>
                      </a:r>
                      <a:r>
                        <a:rPr sz="800" b="1" spc="50" dirty="0">
                          <a:solidFill>
                            <a:srgbClr val="00AC8C"/>
                          </a:solidFill>
                          <a:latin typeface="Arial"/>
                          <a:cs typeface="Arial"/>
                        </a:rPr>
                        <a:t>int</a:t>
                      </a:r>
                      <a:r>
                        <a:rPr sz="800" b="1" spc="185" dirty="0">
                          <a:solidFill>
                            <a:srgbClr val="00AC8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solidFill>
                            <a:srgbClr val="595959"/>
                          </a:solidFill>
                          <a:latin typeface="MingLiU_HKSCS-ExtB"/>
                          <a:cs typeface="MingLiU_HKSCS-ExtB"/>
                        </a:rPr>
                        <a:t>i</a:t>
                      </a:r>
                      <a:r>
                        <a:rPr sz="800" spc="5" dirty="0">
                          <a:solidFill>
                            <a:srgbClr val="595959"/>
                          </a:solidFill>
                          <a:latin typeface="MingLiU_HKSCS-ExtB"/>
                          <a:cs typeface="MingLiU_HKSCS-ExtB"/>
                        </a:rPr>
                        <a:t> </a:t>
                      </a:r>
                      <a:r>
                        <a:rPr sz="800" dirty="0">
                          <a:solidFill>
                            <a:srgbClr val="595959"/>
                          </a:solidFill>
                          <a:latin typeface="MingLiU_HKSCS-ExtB"/>
                          <a:cs typeface="MingLiU_HKSCS-ExtB"/>
                        </a:rPr>
                        <a:t>=</a:t>
                      </a:r>
                      <a:r>
                        <a:rPr sz="800" spc="5" dirty="0">
                          <a:solidFill>
                            <a:srgbClr val="595959"/>
                          </a:solidFill>
                          <a:latin typeface="MingLiU_HKSCS-ExtB"/>
                          <a:cs typeface="MingLiU_HKSCS-ExtB"/>
                        </a:rPr>
                        <a:t> </a:t>
                      </a:r>
                      <a:r>
                        <a:rPr sz="800" dirty="0">
                          <a:solidFill>
                            <a:srgbClr val="595959"/>
                          </a:solidFill>
                          <a:latin typeface="MingLiU_HKSCS-ExtB"/>
                          <a:cs typeface="MingLiU_HKSCS-ExtB"/>
                        </a:rPr>
                        <a:t>0;</a:t>
                      </a:r>
                      <a:r>
                        <a:rPr sz="800" spc="5" dirty="0">
                          <a:solidFill>
                            <a:srgbClr val="595959"/>
                          </a:solidFill>
                          <a:latin typeface="MingLiU_HKSCS-ExtB"/>
                          <a:cs typeface="MingLiU_HKSCS-ExtB"/>
                        </a:rPr>
                        <a:t> </a:t>
                      </a:r>
                      <a:r>
                        <a:rPr sz="800" dirty="0">
                          <a:solidFill>
                            <a:srgbClr val="595959"/>
                          </a:solidFill>
                          <a:latin typeface="MingLiU_HKSCS-ExtB"/>
                          <a:cs typeface="MingLiU_HKSCS-ExtB"/>
                        </a:rPr>
                        <a:t>i</a:t>
                      </a:r>
                      <a:r>
                        <a:rPr sz="800" spc="5" dirty="0">
                          <a:solidFill>
                            <a:srgbClr val="595959"/>
                          </a:solidFill>
                          <a:latin typeface="MingLiU_HKSCS-ExtB"/>
                          <a:cs typeface="MingLiU_HKSCS-ExtB"/>
                        </a:rPr>
                        <a:t> </a:t>
                      </a:r>
                      <a:r>
                        <a:rPr sz="800" dirty="0">
                          <a:solidFill>
                            <a:srgbClr val="595959"/>
                          </a:solidFill>
                          <a:latin typeface="MingLiU_HKSCS-ExtB"/>
                          <a:cs typeface="MingLiU_HKSCS-ExtB"/>
                        </a:rPr>
                        <a:t>&lt;</a:t>
                      </a:r>
                      <a:r>
                        <a:rPr sz="800" spc="5" dirty="0">
                          <a:solidFill>
                            <a:srgbClr val="595959"/>
                          </a:solidFill>
                          <a:latin typeface="MingLiU_HKSCS-ExtB"/>
                          <a:cs typeface="MingLiU_HKSCS-ExtB"/>
                        </a:rPr>
                        <a:t> </a:t>
                      </a:r>
                      <a:r>
                        <a:rPr sz="800" dirty="0">
                          <a:solidFill>
                            <a:srgbClr val="595959"/>
                          </a:solidFill>
                          <a:latin typeface="MingLiU_HKSCS-ExtB"/>
                          <a:cs typeface="MingLiU_HKSCS-ExtB"/>
                        </a:rPr>
                        <a:t>5;</a:t>
                      </a:r>
                      <a:r>
                        <a:rPr sz="800" spc="5" dirty="0">
                          <a:solidFill>
                            <a:srgbClr val="595959"/>
                          </a:solidFill>
                          <a:latin typeface="MingLiU_HKSCS-ExtB"/>
                          <a:cs typeface="MingLiU_HKSCS-ExtB"/>
                        </a:rPr>
                        <a:t> </a:t>
                      </a:r>
                      <a:r>
                        <a:rPr sz="800" dirty="0">
                          <a:solidFill>
                            <a:srgbClr val="595959"/>
                          </a:solidFill>
                          <a:latin typeface="MingLiU_HKSCS-ExtB"/>
                          <a:cs typeface="MingLiU_HKSCS-ExtB"/>
                        </a:rPr>
                        <a:t>i++</a:t>
                      </a:r>
                      <a:r>
                        <a:rPr sz="800" dirty="0">
                          <a:solidFill>
                            <a:srgbClr val="B25900"/>
                          </a:solidFill>
                          <a:latin typeface="MingLiU_HKSCS-ExtB"/>
                          <a:cs typeface="MingLiU_HKSCS-ExtB"/>
                        </a:rPr>
                        <a:t>)</a:t>
                      </a:r>
                      <a:r>
                        <a:rPr sz="800" spc="5" dirty="0">
                          <a:solidFill>
                            <a:srgbClr val="B25900"/>
                          </a:solidFill>
                          <a:latin typeface="MingLiU_HKSCS-ExtB"/>
                          <a:cs typeface="MingLiU_HKSCS-ExtB"/>
                        </a:rPr>
                        <a:t> </a:t>
                      </a:r>
                      <a:r>
                        <a:rPr sz="800" b="1" spc="30" dirty="0">
                          <a:solidFill>
                            <a:srgbClr val="B25900"/>
                          </a:solidFill>
                          <a:latin typeface="Arial"/>
                          <a:cs typeface="Arial"/>
                        </a:rPr>
                        <a:t>{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22555">
                <a:tc>
                  <a:txBody>
                    <a:bodyPr/>
                    <a:lstStyle/>
                    <a:p>
                      <a:pPr marR="10795" algn="ctr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600" spc="-50" dirty="0">
                          <a:solidFill>
                            <a:srgbClr val="666666"/>
                          </a:solidFill>
                          <a:latin typeface="MingLiU_HKSCS-ExtB"/>
                          <a:cs typeface="MingLiU_HKSCS-ExtB"/>
                        </a:rPr>
                        <a:t>9</a:t>
                      </a:r>
                      <a:endParaRPr sz="600">
                        <a:latin typeface="MingLiU_HKSCS-ExtB"/>
                        <a:cs typeface="MingLiU_HKSCS-ExtB"/>
                      </a:endParaRPr>
                    </a:p>
                  </a:txBody>
                  <a:tcPr marL="0" marR="0" marT="1841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11125">
                        <a:lnSpc>
                          <a:spcPts val="865"/>
                        </a:lnSpc>
                      </a:pPr>
                      <a:r>
                        <a:rPr sz="800" b="1" spc="150" dirty="0">
                          <a:solidFill>
                            <a:srgbClr val="00AC8C"/>
                          </a:solidFill>
                          <a:latin typeface="Arial"/>
                          <a:cs typeface="Arial"/>
                        </a:rPr>
                        <a:t>if</a:t>
                      </a:r>
                      <a:r>
                        <a:rPr sz="800" b="1" spc="155" dirty="0">
                          <a:solidFill>
                            <a:srgbClr val="00AC8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solidFill>
                            <a:srgbClr val="B25900"/>
                          </a:solidFill>
                          <a:latin typeface="MingLiU_HKSCS-ExtB"/>
                          <a:cs typeface="MingLiU_HKSCS-ExtB"/>
                        </a:rPr>
                        <a:t>(</a:t>
                      </a:r>
                      <a:r>
                        <a:rPr sz="800" dirty="0">
                          <a:solidFill>
                            <a:srgbClr val="595959"/>
                          </a:solidFill>
                          <a:latin typeface="MingLiU_HKSCS-ExtB"/>
                          <a:cs typeface="MingLiU_HKSCS-ExtB"/>
                        </a:rPr>
                        <a:t>numeros</a:t>
                      </a:r>
                      <a:r>
                        <a:rPr sz="800" dirty="0">
                          <a:solidFill>
                            <a:srgbClr val="B25900"/>
                          </a:solidFill>
                          <a:latin typeface="MingLiU_HKSCS-ExtB"/>
                          <a:cs typeface="MingLiU_HKSCS-ExtB"/>
                        </a:rPr>
                        <a:t>[</a:t>
                      </a:r>
                      <a:r>
                        <a:rPr sz="800" dirty="0">
                          <a:solidFill>
                            <a:srgbClr val="595959"/>
                          </a:solidFill>
                          <a:latin typeface="MingLiU_HKSCS-ExtB"/>
                          <a:cs typeface="MingLiU_HKSCS-ExtB"/>
                        </a:rPr>
                        <a:t>i</a:t>
                      </a:r>
                      <a:r>
                        <a:rPr sz="800" dirty="0">
                          <a:solidFill>
                            <a:srgbClr val="B25900"/>
                          </a:solidFill>
                          <a:latin typeface="MingLiU_HKSCS-ExtB"/>
                          <a:cs typeface="MingLiU_HKSCS-ExtB"/>
                        </a:rPr>
                        <a:t>]</a:t>
                      </a:r>
                      <a:r>
                        <a:rPr sz="800" spc="-20" dirty="0">
                          <a:solidFill>
                            <a:srgbClr val="B25900"/>
                          </a:solidFill>
                          <a:latin typeface="MingLiU_HKSCS-ExtB"/>
                          <a:cs typeface="MingLiU_HKSCS-ExtB"/>
                        </a:rPr>
                        <a:t> </a:t>
                      </a:r>
                      <a:r>
                        <a:rPr sz="800" dirty="0">
                          <a:solidFill>
                            <a:srgbClr val="595959"/>
                          </a:solidFill>
                          <a:latin typeface="MingLiU_HKSCS-ExtB"/>
                          <a:cs typeface="MingLiU_HKSCS-ExtB"/>
                        </a:rPr>
                        <a:t>&gt;</a:t>
                      </a:r>
                      <a:r>
                        <a:rPr sz="800" spc="-20" dirty="0">
                          <a:solidFill>
                            <a:srgbClr val="595959"/>
                          </a:solidFill>
                          <a:latin typeface="MingLiU_HKSCS-ExtB"/>
                          <a:cs typeface="MingLiU_HKSCS-ExtB"/>
                        </a:rPr>
                        <a:t> </a:t>
                      </a:r>
                      <a:r>
                        <a:rPr sz="800" dirty="0">
                          <a:solidFill>
                            <a:srgbClr val="595959"/>
                          </a:solidFill>
                          <a:latin typeface="MingLiU_HKSCS-ExtB"/>
                          <a:cs typeface="MingLiU_HKSCS-ExtB"/>
                        </a:rPr>
                        <a:t>maior</a:t>
                      </a:r>
                      <a:r>
                        <a:rPr sz="800" dirty="0">
                          <a:solidFill>
                            <a:srgbClr val="B25900"/>
                          </a:solidFill>
                          <a:latin typeface="MingLiU_HKSCS-ExtB"/>
                          <a:cs typeface="MingLiU_HKSCS-ExtB"/>
                        </a:rPr>
                        <a:t>)</a:t>
                      </a:r>
                      <a:r>
                        <a:rPr sz="800" spc="-20" dirty="0">
                          <a:solidFill>
                            <a:srgbClr val="B25900"/>
                          </a:solidFill>
                          <a:latin typeface="MingLiU_HKSCS-ExtB"/>
                          <a:cs typeface="MingLiU_HKSCS-ExtB"/>
                        </a:rPr>
                        <a:t> </a:t>
                      </a:r>
                      <a:r>
                        <a:rPr sz="800" b="1" spc="30" dirty="0">
                          <a:solidFill>
                            <a:srgbClr val="B25900"/>
                          </a:solidFill>
                          <a:latin typeface="Arial"/>
                          <a:cs typeface="Arial"/>
                        </a:rPr>
                        <a:t>{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19380">
                <a:tc>
                  <a:txBody>
                    <a:bodyPr/>
                    <a:lstStyle/>
                    <a:p>
                      <a:pPr marR="51435" algn="ctr">
                        <a:lnSpc>
                          <a:spcPts val="705"/>
                        </a:lnSpc>
                        <a:spcBef>
                          <a:spcPts val="135"/>
                        </a:spcBef>
                      </a:pPr>
                      <a:r>
                        <a:rPr sz="600" spc="-25" dirty="0">
                          <a:solidFill>
                            <a:srgbClr val="666666"/>
                          </a:solidFill>
                          <a:latin typeface="MingLiU_HKSCS-ExtB"/>
                          <a:cs typeface="MingLiU_HKSCS-ExtB"/>
                        </a:rPr>
                        <a:t>10</a:t>
                      </a:r>
                      <a:endParaRPr sz="600">
                        <a:latin typeface="MingLiU_HKSCS-ExtB"/>
                        <a:cs typeface="MingLiU_HKSCS-ExtB"/>
                      </a:endParaRPr>
                    </a:p>
                  </a:txBody>
                  <a:tcPr marL="0" marR="0" marT="1714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01930">
                        <a:lnSpc>
                          <a:spcPts val="840"/>
                        </a:lnSpc>
                      </a:pPr>
                      <a:r>
                        <a:rPr sz="800" dirty="0">
                          <a:solidFill>
                            <a:srgbClr val="595959"/>
                          </a:solidFill>
                          <a:latin typeface="MingLiU_HKSCS-ExtB"/>
                          <a:cs typeface="MingLiU_HKSCS-ExtB"/>
                        </a:rPr>
                        <a:t>maior</a:t>
                      </a:r>
                      <a:r>
                        <a:rPr sz="800" spc="-20" dirty="0">
                          <a:solidFill>
                            <a:srgbClr val="595959"/>
                          </a:solidFill>
                          <a:latin typeface="MingLiU_HKSCS-ExtB"/>
                          <a:cs typeface="MingLiU_HKSCS-ExtB"/>
                        </a:rPr>
                        <a:t> </a:t>
                      </a:r>
                      <a:r>
                        <a:rPr sz="800" dirty="0">
                          <a:solidFill>
                            <a:srgbClr val="595959"/>
                          </a:solidFill>
                          <a:latin typeface="MingLiU_HKSCS-ExtB"/>
                          <a:cs typeface="MingLiU_HKSCS-ExtB"/>
                        </a:rPr>
                        <a:t>=</a:t>
                      </a:r>
                      <a:r>
                        <a:rPr sz="800" spc="-15" dirty="0">
                          <a:solidFill>
                            <a:srgbClr val="595959"/>
                          </a:solidFill>
                          <a:latin typeface="MingLiU_HKSCS-ExtB"/>
                          <a:cs typeface="MingLiU_HKSCS-ExtB"/>
                        </a:rPr>
                        <a:t> </a:t>
                      </a:r>
                      <a:r>
                        <a:rPr sz="800" spc="-10" dirty="0">
                          <a:solidFill>
                            <a:srgbClr val="595959"/>
                          </a:solidFill>
                          <a:latin typeface="MingLiU_HKSCS-ExtB"/>
                          <a:cs typeface="MingLiU_HKSCS-ExtB"/>
                        </a:rPr>
                        <a:t>numeros</a:t>
                      </a:r>
                      <a:r>
                        <a:rPr sz="800" spc="-10" dirty="0">
                          <a:solidFill>
                            <a:srgbClr val="B25900"/>
                          </a:solidFill>
                          <a:latin typeface="MingLiU_HKSCS-ExtB"/>
                          <a:cs typeface="MingLiU_HKSCS-ExtB"/>
                        </a:rPr>
                        <a:t>[</a:t>
                      </a:r>
                      <a:r>
                        <a:rPr sz="800" spc="-10" dirty="0">
                          <a:solidFill>
                            <a:srgbClr val="595959"/>
                          </a:solidFill>
                          <a:latin typeface="MingLiU_HKSCS-ExtB"/>
                          <a:cs typeface="MingLiU_HKSCS-ExtB"/>
                        </a:rPr>
                        <a:t>i</a:t>
                      </a:r>
                      <a:r>
                        <a:rPr sz="800" spc="-10" dirty="0">
                          <a:solidFill>
                            <a:srgbClr val="B25900"/>
                          </a:solidFill>
                          <a:latin typeface="MingLiU_HKSCS-ExtB"/>
                          <a:cs typeface="MingLiU_HKSCS-ExtB"/>
                        </a:rPr>
                        <a:t>]</a:t>
                      </a:r>
                      <a:r>
                        <a:rPr sz="800" spc="-10" dirty="0">
                          <a:solidFill>
                            <a:srgbClr val="595959"/>
                          </a:solidFill>
                          <a:latin typeface="MingLiU_HKSCS-ExtB"/>
                          <a:cs typeface="MingLiU_HKSCS-ExtB"/>
                        </a:rPr>
                        <a:t>;</a:t>
                      </a:r>
                      <a:endParaRPr sz="800">
                        <a:latin typeface="MingLiU_HKSCS-ExtB"/>
                        <a:cs typeface="MingLiU_HKSCS-ExtB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21920">
                <a:tc>
                  <a:txBody>
                    <a:bodyPr/>
                    <a:lstStyle/>
                    <a:p>
                      <a:pPr marR="51435" algn="ctr">
                        <a:lnSpc>
                          <a:spcPts val="710"/>
                        </a:lnSpc>
                        <a:spcBef>
                          <a:spcPts val="150"/>
                        </a:spcBef>
                      </a:pPr>
                      <a:r>
                        <a:rPr sz="600" spc="-25" dirty="0">
                          <a:solidFill>
                            <a:srgbClr val="666666"/>
                          </a:solidFill>
                          <a:latin typeface="MingLiU_HKSCS-ExtB"/>
                          <a:cs typeface="MingLiU_HKSCS-ExtB"/>
                        </a:rPr>
                        <a:t>11</a:t>
                      </a:r>
                      <a:endParaRPr sz="600">
                        <a:latin typeface="MingLiU_HKSCS-ExtB"/>
                        <a:cs typeface="MingLiU_HKSCS-ExtB"/>
                      </a:endParaRPr>
                    </a:p>
                  </a:txBody>
                  <a:tcPr marL="0" marR="0" marT="1905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11125">
                        <a:lnSpc>
                          <a:spcPts val="860"/>
                        </a:lnSpc>
                      </a:pPr>
                      <a:r>
                        <a:rPr sz="800" b="1" spc="30" dirty="0">
                          <a:solidFill>
                            <a:srgbClr val="B25900"/>
                          </a:solidFill>
                          <a:latin typeface="Arial"/>
                          <a:cs typeface="Arial"/>
                        </a:rPr>
                        <a:t>}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30810">
                <a:tc>
                  <a:txBody>
                    <a:bodyPr/>
                    <a:lstStyle/>
                    <a:p>
                      <a:pPr marR="51435" algn="ctr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600" spc="-25" dirty="0">
                          <a:solidFill>
                            <a:srgbClr val="666666"/>
                          </a:solidFill>
                          <a:latin typeface="MingLiU_HKSCS-ExtB"/>
                          <a:cs typeface="MingLiU_HKSCS-ExtB"/>
                        </a:rPr>
                        <a:t>12</a:t>
                      </a:r>
                      <a:endParaRPr sz="600">
                        <a:latin typeface="MingLiU_HKSCS-ExtB"/>
                        <a:cs typeface="MingLiU_HKSCS-ExtB"/>
                      </a:endParaRPr>
                    </a:p>
                  </a:txBody>
                  <a:tcPr marL="0" marR="0" marT="1841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9685">
                        <a:lnSpc>
                          <a:spcPts val="905"/>
                        </a:lnSpc>
                      </a:pPr>
                      <a:r>
                        <a:rPr sz="800" b="1" spc="30" dirty="0">
                          <a:solidFill>
                            <a:srgbClr val="B25900"/>
                          </a:solidFill>
                          <a:latin typeface="Arial"/>
                          <a:cs typeface="Arial"/>
                        </a:rPr>
                        <a:t>}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10489">
                <a:tc>
                  <a:txBody>
                    <a:bodyPr/>
                    <a:lstStyle/>
                    <a:p>
                      <a:pPr marR="51435" algn="ctr">
                        <a:lnSpc>
                          <a:spcPts val="700"/>
                        </a:lnSpc>
                        <a:spcBef>
                          <a:spcPts val="65"/>
                        </a:spcBef>
                      </a:pPr>
                      <a:r>
                        <a:rPr sz="600" spc="-25" dirty="0">
                          <a:solidFill>
                            <a:srgbClr val="666666"/>
                          </a:solidFill>
                          <a:latin typeface="MingLiU_HKSCS-ExtB"/>
                          <a:cs typeface="MingLiU_HKSCS-ExtB"/>
                        </a:rPr>
                        <a:t>13</a:t>
                      </a:r>
                      <a:endParaRPr sz="600">
                        <a:latin typeface="MingLiU_HKSCS-ExtB"/>
                        <a:cs typeface="MingLiU_HKSCS-ExtB"/>
                      </a:endParaRPr>
                    </a:p>
                  </a:txBody>
                  <a:tcPr marL="0" marR="0" marT="825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21920">
                <a:tc>
                  <a:txBody>
                    <a:bodyPr/>
                    <a:lstStyle/>
                    <a:p>
                      <a:pPr marR="51435" algn="ctr">
                        <a:lnSpc>
                          <a:spcPts val="705"/>
                        </a:lnSpc>
                        <a:spcBef>
                          <a:spcPts val="155"/>
                        </a:spcBef>
                      </a:pPr>
                      <a:r>
                        <a:rPr sz="600" spc="-25" dirty="0">
                          <a:solidFill>
                            <a:srgbClr val="666666"/>
                          </a:solidFill>
                          <a:latin typeface="MingLiU_HKSCS-ExtB"/>
                          <a:cs typeface="MingLiU_HKSCS-ExtB"/>
                        </a:rPr>
                        <a:t>14</a:t>
                      </a:r>
                      <a:endParaRPr sz="600">
                        <a:latin typeface="MingLiU_HKSCS-ExtB"/>
                        <a:cs typeface="MingLiU_HKSCS-ExtB"/>
                      </a:endParaRPr>
                    </a:p>
                  </a:txBody>
                  <a:tcPr marL="0" marR="0" marT="1968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9685">
                        <a:lnSpc>
                          <a:spcPts val="860"/>
                        </a:lnSpc>
                      </a:pPr>
                      <a:r>
                        <a:rPr sz="800" dirty="0">
                          <a:solidFill>
                            <a:srgbClr val="595959"/>
                          </a:solidFill>
                          <a:latin typeface="MingLiU_HKSCS-ExtB"/>
                          <a:cs typeface="MingLiU_HKSCS-ExtB"/>
                        </a:rPr>
                        <a:t>System.out.println</a:t>
                      </a:r>
                      <a:r>
                        <a:rPr sz="800" dirty="0">
                          <a:solidFill>
                            <a:srgbClr val="B25900"/>
                          </a:solidFill>
                          <a:latin typeface="MingLiU_HKSCS-ExtB"/>
                          <a:cs typeface="MingLiU_HKSCS-ExtB"/>
                        </a:rPr>
                        <a:t>("O</a:t>
                      </a:r>
                      <a:r>
                        <a:rPr sz="800" spc="-30" dirty="0">
                          <a:solidFill>
                            <a:srgbClr val="B25900"/>
                          </a:solidFill>
                          <a:latin typeface="MingLiU_HKSCS-ExtB"/>
                          <a:cs typeface="MingLiU_HKSCS-ExtB"/>
                        </a:rPr>
                        <a:t> </a:t>
                      </a:r>
                      <a:r>
                        <a:rPr sz="800" dirty="0">
                          <a:solidFill>
                            <a:srgbClr val="B25900"/>
                          </a:solidFill>
                          <a:latin typeface="MingLiU_HKSCS-ExtB"/>
                          <a:cs typeface="MingLiU_HKSCS-ExtB"/>
                        </a:rPr>
                        <a:t>maior</a:t>
                      </a:r>
                      <a:r>
                        <a:rPr sz="800" spc="-30" dirty="0">
                          <a:solidFill>
                            <a:srgbClr val="B25900"/>
                          </a:solidFill>
                          <a:latin typeface="MingLiU_HKSCS-ExtB"/>
                          <a:cs typeface="MingLiU_HKSCS-ExtB"/>
                        </a:rPr>
                        <a:t> </a:t>
                      </a:r>
                      <a:r>
                        <a:rPr sz="800" dirty="0">
                          <a:solidFill>
                            <a:srgbClr val="B25900"/>
                          </a:solidFill>
                          <a:latin typeface="MingLiU_HKSCS-ExtB"/>
                          <a:cs typeface="MingLiU_HKSCS-ExtB"/>
                        </a:rPr>
                        <a:t>número</a:t>
                      </a:r>
                      <a:r>
                        <a:rPr sz="800" spc="-30" dirty="0">
                          <a:solidFill>
                            <a:srgbClr val="B25900"/>
                          </a:solidFill>
                          <a:latin typeface="MingLiU_HKSCS-ExtB"/>
                          <a:cs typeface="MingLiU_HKSCS-ExtB"/>
                        </a:rPr>
                        <a:t> </a:t>
                      </a:r>
                      <a:r>
                        <a:rPr sz="800" dirty="0">
                          <a:solidFill>
                            <a:srgbClr val="B25900"/>
                          </a:solidFill>
                          <a:latin typeface="MingLiU_HKSCS-ExtB"/>
                          <a:cs typeface="MingLiU_HKSCS-ExtB"/>
                        </a:rPr>
                        <a:t>é:</a:t>
                      </a:r>
                      <a:r>
                        <a:rPr sz="800" spc="-30" dirty="0">
                          <a:solidFill>
                            <a:srgbClr val="B25900"/>
                          </a:solidFill>
                          <a:latin typeface="MingLiU_HKSCS-ExtB"/>
                          <a:cs typeface="MingLiU_HKSCS-ExtB"/>
                        </a:rPr>
                        <a:t> </a:t>
                      </a:r>
                      <a:r>
                        <a:rPr sz="800" dirty="0">
                          <a:solidFill>
                            <a:srgbClr val="B25900"/>
                          </a:solidFill>
                          <a:latin typeface="MingLiU_HKSCS-ExtB"/>
                          <a:cs typeface="MingLiU_HKSCS-ExtB"/>
                        </a:rPr>
                        <a:t>"</a:t>
                      </a:r>
                      <a:r>
                        <a:rPr sz="800" spc="-25" dirty="0">
                          <a:solidFill>
                            <a:srgbClr val="B25900"/>
                          </a:solidFill>
                          <a:latin typeface="MingLiU_HKSCS-ExtB"/>
                          <a:cs typeface="MingLiU_HKSCS-ExtB"/>
                        </a:rPr>
                        <a:t> </a:t>
                      </a:r>
                      <a:r>
                        <a:rPr sz="800" dirty="0">
                          <a:solidFill>
                            <a:srgbClr val="595959"/>
                          </a:solidFill>
                          <a:latin typeface="MingLiU_HKSCS-ExtB"/>
                          <a:cs typeface="MingLiU_HKSCS-ExtB"/>
                        </a:rPr>
                        <a:t>+</a:t>
                      </a:r>
                      <a:r>
                        <a:rPr sz="800" spc="-30" dirty="0">
                          <a:solidFill>
                            <a:srgbClr val="595959"/>
                          </a:solidFill>
                          <a:latin typeface="MingLiU_HKSCS-ExtB"/>
                          <a:cs typeface="MingLiU_HKSCS-ExtB"/>
                        </a:rPr>
                        <a:t> </a:t>
                      </a:r>
                      <a:r>
                        <a:rPr sz="800" spc="-10" dirty="0">
                          <a:solidFill>
                            <a:srgbClr val="595959"/>
                          </a:solidFill>
                          <a:latin typeface="MingLiU_HKSCS-ExtB"/>
                          <a:cs typeface="MingLiU_HKSCS-ExtB"/>
                        </a:rPr>
                        <a:t>maior</a:t>
                      </a:r>
                      <a:r>
                        <a:rPr sz="800" spc="-10" dirty="0">
                          <a:solidFill>
                            <a:srgbClr val="B25900"/>
                          </a:solidFill>
                          <a:latin typeface="MingLiU_HKSCS-ExtB"/>
                          <a:cs typeface="MingLiU_HKSCS-ExtB"/>
                        </a:rPr>
                        <a:t>)</a:t>
                      </a:r>
                      <a:r>
                        <a:rPr sz="800" spc="-10" dirty="0">
                          <a:solidFill>
                            <a:srgbClr val="595959"/>
                          </a:solidFill>
                          <a:latin typeface="MingLiU_HKSCS-ExtB"/>
                          <a:cs typeface="MingLiU_HKSCS-ExtB"/>
                        </a:rPr>
                        <a:t>;</a:t>
                      </a:r>
                      <a:endParaRPr sz="800">
                        <a:latin typeface="MingLiU_HKSCS-ExtB"/>
                        <a:cs typeface="MingLiU_HKSCS-ExtB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3558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600" spc="-25" dirty="0">
                          <a:solidFill>
                            <a:srgbClr val="666666"/>
                          </a:solidFill>
                          <a:latin typeface="MingLiU_HKSCS-ExtB"/>
                          <a:cs typeface="MingLiU_HKSCS-ExtB"/>
                        </a:rPr>
                        <a:t>15</a:t>
                      </a:r>
                      <a:endParaRPr sz="600">
                        <a:latin typeface="MingLiU_HKSCS-ExtB"/>
                        <a:cs typeface="MingLiU_HKSCS-ExtB"/>
                      </a:endParaRPr>
                    </a:p>
                    <a:p>
                      <a:pPr marL="31750">
                        <a:lnSpc>
                          <a:spcPts val="850"/>
                        </a:lnSpc>
                        <a:spcBef>
                          <a:spcPts val="35"/>
                        </a:spcBef>
                      </a:pPr>
                      <a:r>
                        <a:rPr sz="600" dirty="0">
                          <a:solidFill>
                            <a:srgbClr val="666666"/>
                          </a:solidFill>
                          <a:latin typeface="MingLiU_HKSCS-ExtB"/>
                          <a:cs typeface="MingLiU_HKSCS-ExtB"/>
                        </a:rPr>
                        <a:t>16</a:t>
                      </a:r>
                      <a:r>
                        <a:rPr sz="600" spc="-110" dirty="0">
                          <a:solidFill>
                            <a:srgbClr val="666666"/>
                          </a:solidFill>
                          <a:latin typeface="MingLiU_HKSCS-ExtB"/>
                          <a:cs typeface="MingLiU_HKSCS-ExtB"/>
                        </a:rPr>
                        <a:t> </a:t>
                      </a:r>
                      <a:r>
                        <a:rPr sz="800" b="1" spc="20" dirty="0">
                          <a:solidFill>
                            <a:srgbClr val="B25900"/>
                          </a:solidFill>
                          <a:latin typeface="Arial"/>
                          <a:cs typeface="Arial"/>
                        </a:rPr>
                        <a:t>}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9050" marB="0"/>
                </a:tc>
                <a:tc>
                  <a:txBody>
                    <a:bodyPr/>
                    <a:lstStyle/>
                    <a:p>
                      <a:pPr marL="19685">
                        <a:lnSpc>
                          <a:spcPts val="910"/>
                        </a:lnSpc>
                      </a:pPr>
                      <a:r>
                        <a:rPr sz="800" b="1" spc="30" dirty="0">
                          <a:solidFill>
                            <a:srgbClr val="B25900"/>
                          </a:solidFill>
                          <a:latin typeface="Arial"/>
                          <a:cs typeface="Arial"/>
                        </a:rPr>
                        <a:t>}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5" name="object 5"/>
          <p:cNvSpPr/>
          <p:nvPr/>
        </p:nvSpPr>
        <p:spPr>
          <a:xfrm>
            <a:off x="0" y="3202038"/>
            <a:ext cx="5760085" cy="38100"/>
          </a:xfrm>
          <a:custGeom>
            <a:avLst/>
            <a:gdLst/>
            <a:ahLst/>
            <a:cxnLst/>
            <a:rect l="l" t="t" r="r" b="b"/>
            <a:pathLst>
              <a:path w="5760085" h="38100">
                <a:moveTo>
                  <a:pt x="5759996" y="0"/>
                </a:moveTo>
                <a:lnTo>
                  <a:pt x="0" y="0"/>
                </a:lnTo>
                <a:lnTo>
                  <a:pt x="0" y="37960"/>
                </a:lnTo>
                <a:lnTo>
                  <a:pt x="5759996" y="37960"/>
                </a:lnTo>
                <a:lnTo>
                  <a:pt x="5759996" y="0"/>
                </a:lnTo>
                <a:close/>
              </a:path>
            </a:pathLst>
          </a:custGeom>
          <a:solidFill>
            <a:srgbClr val="00AC8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fld id="{81D60167-4931-47E6-BA6A-407CBD079E47}" type="slidenum">
              <a:rPr spc="-25" dirty="0"/>
              <a:t>20</a:t>
            </a:fld>
            <a:endParaRPr spc="-25" dirty="0"/>
          </a:p>
        </p:txBody>
      </p:sp>
    </p:spTree>
  </p:cSld>
  <p:clrMapOvr>
    <a:masterClrMapping/>
  </p:clrMapOvr>
  <p:transition>
    <p:cut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57785">
              <a:lnSpc>
                <a:spcPct val="100000"/>
              </a:lnSpc>
              <a:spcBef>
                <a:spcPts val="135"/>
              </a:spcBef>
            </a:pPr>
            <a:r>
              <a:rPr dirty="0"/>
              <a:t>Exercício</a:t>
            </a:r>
            <a:r>
              <a:rPr spc="345" dirty="0"/>
              <a:t> </a:t>
            </a:r>
            <a:r>
              <a:rPr spc="-60" dirty="0"/>
              <a:t>2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1292" y="1127516"/>
            <a:ext cx="4453890" cy="8845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66370" indent="-153670">
              <a:lnSpc>
                <a:spcPct val="100000"/>
              </a:lnSpc>
              <a:spcBef>
                <a:spcPts val="135"/>
              </a:spcBef>
              <a:buClr>
                <a:srgbClr val="00AC8C"/>
              </a:buClr>
              <a:buFont typeface="Arial MT"/>
              <a:buChar char="•"/>
              <a:tabLst>
                <a:tab pos="166370" algn="l"/>
              </a:tabLst>
            </a:pPr>
            <a:r>
              <a:rPr sz="1400" b="1" spc="-40" dirty="0">
                <a:latin typeface="Tahoma"/>
                <a:cs typeface="Tahoma"/>
              </a:rPr>
              <a:t>Leia</a:t>
            </a:r>
            <a:r>
              <a:rPr sz="1400" b="1" spc="-30" dirty="0">
                <a:latin typeface="Tahoma"/>
                <a:cs typeface="Tahoma"/>
              </a:rPr>
              <a:t> </a:t>
            </a:r>
            <a:r>
              <a:rPr sz="1400" b="1" spc="-160" dirty="0">
                <a:latin typeface="Tahoma"/>
                <a:cs typeface="Tahoma"/>
              </a:rPr>
              <a:t>10</a:t>
            </a:r>
            <a:r>
              <a:rPr sz="1400" b="1" spc="-25" dirty="0">
                <a:latin typeface="Tahoma"/>
                <a:cs typeface="Tahoma"/>
              </a:rPr>
              <a:t> </a:t>
            </a:r>
            <a:r>
              <a:rPr sz="1400" b="1" spc="-70" dirty="0">
                <a:latin typeface="Tahoma"/>
                <a:cs typeface="Tahoma"/>
              </a:rPr>
              <a:t>valores</a:t>
            </a:r>
            <a:r>
              <a:rPr sz="1400" b="1" spc="-25" dirty="0">
                <a:latin typeface="Tahoma"/>
                <a:cs typeface="Tahoma"/>
              </a:rPr>
              <a:t> </a:t>
            </a:r>
            <a:r>
              <a:rPr sz="1400" b="1" spc="-55" dirty="0">
                <a:latin typeface="Tahoma"/>
                <a:cs typeface="Tahoma"/>
              </a:rPr>
              <a:t>inteiros</a:t>
            </a:r>
            <a:r>
              <a:rPr sz="1400" b="1" spc="-30" dirty="0">
                <a:latin typeface="Tahoma"/>
                <a:cs typeface="Tahoma"/>
              </a:rPr>
              <a:t> </a:t>
            </a:r>
            <a:r>
              <a:rPr sz="1400" b="1" spc="-114" dirty="0">
                <a:latin typeface="Tahoma"/>
                <a:cs typeface="Tahoma"/>
              </a:rPr>
              <a:t>e</a:t>
            </a:r>
            <a:r>
              <a:rPr sz="1400" b="1" spc="-25" dirty="0">
                <a:latin typeface="Tahoma"/>
                <a:cs typeface="Tahoma"/>
              </a:rPr>
              <a:t> </a:t>
            </a:r>
            <a:r>
              <a:rPr sz="1400" b="1" spc="-90" dirty="0">
                <a:latin typeface="Tahoma"/>
                <a:cs typeface="Tahoma"/>
              </a:rPr>
              <a:t>armazene-</a:t>
            </a:r>
            <a:r>
              <a:rPr sz="1400" b="1" spc="-85" dirty="0">
                <a:latin typeface="Tahoma"/>
                <a:cs typeface="Tahoma"/>
              </a:rPr>
              <a:t>os</a:t>
            </a:r>
            <a:r>
              <a:rPr sz="1400" b="1" spc="-25" dirty="0">
                <a:latin typeface="Tahoma"/>
                <a:cs typeface="Tahoma"/>
              </a:rPr>
              <a:t> </a:t>
            </a:r>
            <a:r>
              <a:rPr sz="1400" b="1" spc="-95" dirty="0">
                <a:latin typeface="Tahoma"/>
                <a:cs typeface="Tahoma"/>
              </a:rPr>
              <a:t>em</a:t>
            </a:r>
            <a:r>
              <a:rPr sz="1400" b="1" spc="-30" dirty="0">
                <a:latin typeface="Tahoma"/>
                <a:cs typeface="Tahoma"/>
              </a:rPr>
              <a:t> </a:t>
            </a:r>
            <a:r>
              <a:rPr sz="1400" b="1" spc="-65" dirty="0">
                <a:latin typeface="Tahoma"/>
                <a:cs typeface="Tahoma"/>
              </a:rPr>
              <a:t>um</a:t>
            </a:r>
            <a:r>
              <a:rPr sz="1400" b="1" spc="-25" dirty="0">
                <a:latin typeface="Tahoma"/>
                <a:cs typeface="Tahoma"/>
              </a:rPr>
              <a:t> </a:t>
            </a:r>
            <a:r>
              <a:rPr sz="1400" b="1" spc="-40" dirty="0">
                <a:latin typeface="Tahoma"/>
                <a:cs typeface="Tahoma"/>
              </a:rPr>
              <a:t>vetor.</a:t>
            </a:r>
            <a:endParaRPr sz="1400">
              <a:latin typeface="Tahoma"/>
              <a:cs typeface="Tahoma"/>
            </a:endParaRPr>
          </a:p>
          <a:p>
            <a:pPr marL="313690" lvl="1" indent="-157480">
              <a:lnSpc>
                <a:spcPct val="100000"/>
              </a:lnSpc>
              <a:spcBef>
                <a:spcPts val="1060"/>
              </a:spcBef>
              <a:buClr>
                <a:srgbClr val="00AC8C"/>
              </a:buClr>
              <a:buChar char="–"/>
              <a:tabLst>
                <a:tab pos="313690" algn="l"/>
              </a:tabLst>
            </a:pPr>
            <a:r>
              <a:rPr sz="1200" spc="-70" dirty="0">
                <a:latin typeface="Arial MT"/>
                <a:cs typeface="Arial MT"/>
              </a:rPr>
              <a:t>(a)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spc="-60" dirty="0">
                <a:latin typeface="Arial MT"/>
                <a:cs typeface="Arial MT"/>
              </a:rPr>
              <a:t>faça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spc="-20" dirty="0">
                <a:latin typeface="Arial MT"/>
                <a:cs typeface="Arial MT"/>
              </a:rPr>
              <a:t>um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spc="-60" dirty="0">
                <a:latin typeface="Arial MT"/>
                <a:cs typeface="Arial MT"/>
              </a:rPr>
              <a:t>laço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spc="-55" dirty="0">
                <a:latin typeface="Arial MT"/>
                <a:cs typeface="Arial MT"/>
              </a:rPr>
              <a:t>para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imprimir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spc="-110" dirty="0">
                <a:latin typeface="Arial MT"/>
                <a:cs typeface="Arial MT"/>
              </a:rPr>
              <a:t>os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spc="-65" dirty="0">
                <a:latin typeface="Arial MT"/>
                <a:cs typeface="Arial MT"/>
              </a:rPr>
              <a:t>elementos</a:t>
            </a:r>
            <a:r>
              <a:rPr sz="1200" spc="-10" dirty="0">
                <a:latin typeface="Arial MT"/>
                <a:cs typeface="Arial MT"/>
              </a:rPr>
              <a:t> pares.</a:t>
            </a:r>
            <a:endParaRPr sz="1200">
              <a:latin typeface="Arial MT"/>
              <a:cs typeface="Arial MT"/>
            </a:endParaRPr>
          </a:p>
          <a:p>
            <a:pPr marL="313690" lvl="1" indent="-157480">
              <a:lnSpc>
                <a:spcPct val="100000"/>
              </a:lnSpc>
              <a:spcBef>
                <a:spcPts val="1105"/>
              </a:spcBef>
              <a:buClr>
                <a:srgbClr val="00AC8C"/>
              </a:buClr>
              <a:buChar char="–"/>
              <a:tabLst>
                <a:tab pos="313690" algn="l"/>
              </a:tabLst>
            </a:pPr>
            <a:r>
              <a:rPr sz="1200" spc="-50" dirty="0">
                <a:latin typeface="Arial MT"/>
                <a:cs typeface="Arial MT"/>
              </a:rPr>
              <a:t>(b)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spc="-60" dirty="0">
                <a:latin typeface="Arial MT"/>
                <a:cs typeface="Arial MT"/>
              </a:rPr>
              <a:t>faça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spc="-20" dirty="0">
                <a:latin typeface="Arial MT"/>
                <a:cs typeface="Arial MT"/>
              </a:rPr>
              <a:t>um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spc="-60" dirty="0">
                <a:latin typeface="Arial MT"/>
                <a:cs typeface="Arial MT"/>
              </a:rPr>
              <a:t>laço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spc="-55" dirty="0">
                <a:latin typeface="Arial MT"/>
                <a:cs typeface="Arial MT"/>
              </a:rPr>
              <a:t>para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imprimir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spc="-110" dirty="0">
                <a:latin typeface="Arial MT"/>
                <a:cs typeface="Arial MT"/>
              </a:rPr>
              <a:t>os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spc="-65" dirty="0">
                <a:latin typeface="Arial MT"/>
                <a:cs typeface="Arial MT"/>
              </a:rPr>
              <a:t>elementos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ímpares.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3202038"/>
            <a:ext cx="5760085" cy="38100"/>
          </a:xfrm>
          <a:custGeom>
            <a:avLst/>
            <a:gdLst/>
            <a:ahLst/>
            <a:cxnLst/>
            <a:rect l="l" t="t" r="r" b="b"/>
            <a:pathLst>
              <a:path w="5760085" h="38100">
                <a:moveTo>
                  <a:pt x="5759996" y="0"/>
                </a:moveTo>
                <a:lnTo>
                  <a:pt x="0" y="0"/>
                </a:lnTo>
                <a:lnTo>
                  <a:pt x="0" y="37960"/>
                </a:lnTo>
                <a:lnTo>
                  <a:pt x="5759996" y="37960"/>
                </a:lnTo>
                <a:lnTo>
                  <a:pt x="5759996" y="0"/>
                </a:lnTo>
                <a:close/>
              </a:path>
            </a:pathLst>
          </a:custGeom>
          <a:solidFill>
            <a:srgbClr val="00AC8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fld id="{81D60167-4931-47E6-BA6A-407CBD079E47}" type="slidenum">
              <a:rPr spc="-25" dirty="0"/>
              <a:t>21</a:t>
            </a:fld>
            <a:endParaRPr spc="-25" dirty="0"/>
          </a:p>
        </p:txBody>
      </p:sp>
    </p:spTree>
  </p:cSld>
  <p:clrMapOvr>
    <a:masterClrMapping/>
  </p:clrMapOvr>
  <p:transition>
    <p:cut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57785">
              <a:lnSpc>
                <a:spcPct val="100000"/>
              </a:lnSpc>
              <a:spcBef>
                <a:spcPts val="135"/>
              </a:spcBef>
            </a:pPr>
            <a:r>
              <a:rPr dirty="0"/>
              <a:t>Exercício</a:t>
            </a:r>
            <a:r>
              <a:rPr spc="345" dirty="0"/>
              <a:t> </a:t>
            </a:r>
            <a:r>
              <a:rPr spc="-60" dirty="0"/>
              <a:t>3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1292" y="1127516"/>
            <a:ext cx="4545330" cy="8845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66370" indent="-153670">
              <a:lnSpc>
                <a:spcPct val="100000"/>
              </a:lnSpc>
              <a:spcBef>
                <a:spcPts val="135"/>
              </a:spcBef>
              <a:buClr>
                <a:srgbClr val="00AC8C"/>
              </a:buClr>
              <a:buFont typeface="Arial MT"/>
              <a:buChar char="•"/>
              <a:tabLst>
                <a:tab pos="166370" algn="l"/>
              </a:tabLst>
            </a:pPr>
            <a:r>
              <a:rPr sz="1400" b="1" spc="-40" dirty="0">
                <a:latin typeface="Tahoma"/>
                <a:cs typeface="Tahoma"/>
              </a:rPr>
              <a:t>Leia </a:t>
            </a:r>
            <a:r>
              <a:rPr sz="1400" b="1" spc="-160" dirty="0">
                <a:latin typeface="Tahoma"/>
                <a:cs typeface="Tahoma"/>
              </a:rPr>
              <a:t>5</a:t>
            </a:r>
            <a:r>
              <a:rPr sz="1400" b="1" spc="-35" dirty="0">
                <a:latin typeface="Tahoma"/>
                <a:cs typeface="Tahoma"/>
              </a:rPr>
              <a:t> </a:t>
            </a:r>
            <a:r>
              <a:rPr sz="1400" b="1" spc="-90" dirty="0">
                <a:latin typeface="Tahoma"/>
                <a:cs typeface="Tahoma"/>
              </a:rPr>
              <a:t>nomes</a:t>
            </a:r>
            <a:r>
              <a:rPr sz="1400" b="1" spc="-35" dirty="0">
                <a:latin typeface="Tahoma"/>
                <a:cs typeface="Tahoma"/>
              </a:rPr>
              <a:t> </a:t>
            </a:r>
            <a:r>
              <a:rPr sz="1400" b="1" spc="-70" dirty="0">
                <a:latin typeface="Tahoma"/>
                <a:cs typeface="Tahoma"/>
              </a:rPr>
              <a:t>de</a:t>
            </a:r>
            <a:r>
              <a:rPr sz="1400" b="1" spc="-35" dirty="0">
                <a:latin typeface="Tahoma"/>
                <a:cs typeface="Tahoma"/>
              </a:rPr>
              <a:t> </a:t>
            </a:r>
            <a:r>
              <a:rPr sz="1400" b="1" spc="-100" dirty="0">
                <a:latin typeface="Tahoma"/>
                <a:cs typeface="Tahoma"/>
              </a:rPr>
              <a:t>pessoas</a:t>
            </a:r>
            <a:r>
              <a:rPr sz="1400" b="1" spc="-35" dirty="0">
                <a:latin typeface="Tahoma"/>
                <a:cs typeface="Tahoma"/>
              </a:rPr>
              <a:t> </a:t>
            </a:r>
            <a:r>
              <a:rPr sz="1400" b="1" spc="-114" dirty="0">
                <a:latin typeface="Tahoma"/>
                <a:cs typeface="Tahoma"/>
              </a:rPr>
              <a:t>e</a:t>
            </a:r>
            <a:r>
              <a:rPr sz="1400" b="1" spc="-40" dirty="0">
                <a:latin typeface="Tahoma"/>
                <a:cs typeface="Tahoma"/>
              </a:rPr>
              <a:t> </a:t>
            </a:r>
            <a:r>
              <a:rPr sz="1400" b="1" spc="-90" dirty="0">
                <a:latin typeface="Tahoma"/>
                <a:cs typeface="Tahoma"/>
              </a:rPr>
              <a:t>armazene-</a:t>
            </a:r>
            <a:r>
              <a:rPr sz="1400" b="1" spc="-85" dirty="0">
                <a:latin typeface="Tahoma"/>
                <a:cs typeface="Tahoma"/>
              </a:rPr>
              <a:t>os</a:t>
            </a:r>
            <a:r>
              <a:rPr sz="1400" b="1" spc="-35" dirty="0">
                <a:latin typeface="Tahoma"/>
                <a:cs typeface="Tahoma"/>
              </a:rPr>
              <a:t> </a:t>
            </a:r>
            <a:r>
              <a:rPr sz="1400" b="1" spc="-95" dirty="0">
                <a:latin typeface="Tahoma"/>
                <a:cs typeface="Tahoma"/>
              </a:rPr>
              <a:t>em</a:t>
            </a:r>
            <a:r>
              <a:rPr sz="1400" b="1" spc="-35" dirty="0">
                <a:latin typeface="Tahoma"/>
                <a:cs typeface="Tahoma"/>
              </a:rPr>
              <a:t> </a:t>
            </a:r>
            <a:r>
              <a:rPr sz="1400" b="1" spc="-65" dirty="0">
                <a:latin typeface="Tahoma"/>
                <a:cs typeface="Tahoma"/>
              </a:rPr>
              <a:t>um</a:t>
            </a:r>
            <a:r>
              <a:rPr sz="1400" b="1" spc="-35" dirty="0">
                <a:latin typeface="Tahoma"/>
                <a:cs typeface="Tahoma"/>
              </a:rPr>
              <a:t> </a:t>
            </a:r>
            <a:r>
              <a:rPr sz="1400" b="1" spc="-40" dirty="0">
                <a:latin typeface="Tahoma"/>
                <a:cs typeface="Tahoma"/>
              </a:rPr>
              <a:t>vetor.</a:t>
            </a:r>
            <a:endParaRPr sz="1400">
              <a:latin typeface="Tahoma"/>
              <a:cs typeface="Tahoma"/>
            </a:endParaRPr>
          </a:p>
          <a:p>
            <a:pPr marL="313690" lvl="1" indent="-157480">
              <a:lnSpc>
                <a:spcPct val="100000"/>
              </a:lnSpc>
              <a:spcBef>
                <a:spcPts val="1060"/>
              </a:spcBef>
              <a:buClr>
                <a:srgbClr val="00AC8C"/>
              </a:buClr>
              <a:buChar char="–"/>
              <a:tabLst>
                <a:tab pos="313690" algn="l"/>
              </a:tabLst>
            </a:pPr>
            <a:r>
              <a:rPr sz="1200" spc="-70" dirty="0">
                <a:latin typeface="Arial MT"/>
                <a:cs typeface="Arial MT"/>
              </a:rPr>
              <a:t>(a)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imprima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spc="-110" dirty="0">
                <a:latin typeface="Arial MT"/>
                <a:cs typeface="Arial MT"/>
              </a:rPr>
              <a:t>os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spc="-85" dirty="0">
                <a:latin typeface="Arial MT"/>
                <a:cs typeface="Arial MT"/>
              </a:rPr>
              <a:t>nomes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spc="-60" dirty="0">
                <a:latin typeface="Arial MT"/>
                <a:cs typeface="Arial MT"/>
              </a:rPr>
              <a:t>do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último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spc="-55" dirty="0">
                <a:latin typeface="Arial MT"/>
                <a:cs typeface="Arial MT"/>
              </a:rPr>
              <a:t>para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spc="-70" dirty="0">
                <a:latin typeface="Arial MT"/>
                <a:cs typeface="Arial MT"/>
              </a:rPr>
              <a:t>o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primeiro.</a:t>
            </a:r>
            <a:endParaRPr sz="1200">
              <a:latin typeface="Arial MT"/>
              <a:cs typeface="Arial MT"/>
            </a:endParaRPr>
          </a:p>
          <a:p>
            <a:pPr marL="313690" lvl="1" indent="-157480">
              <a:lnSpc>
                <a:spcPct val="100000"/>
              </a:lnSpc>
              <a:spcBef>
                <a:spcPts val="1105"/>
              </a:spcBef>
              <a:buClr>
                <a:srgbClr val="00AC8C"/>
              </a:buClr>
              <a:buChar char="–"/>
              <a:tabLst>
                <a:tab pos="313690" algn="l"/>
              </a:tabLst>
            </a:pPr>
            <a:r>
              <a:rPr sz="1200" spc="-50" dirty="0">
                <a:latin typeface="Arial MT"/>
                <a:cs typeface="Arial MT"/>
              </a:rPr>
              <a:t>(b)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imprima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spc="-70" dirty="0">
                <a:latin typeface="Arial MT"/>
                <a:cs typeface="Arial MT"/>
              </a:rPr>
              <a:t>o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spc="-20" dirty="0">
                <a:latin typeface="Arial MT"/>
                <a:cs typeface="Arial MT"/>
              </a:rPr>
              <a:t>primeiro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spc="-135" dirty="0">
                <a:latin typeface="Arial MT"/>
                <a:cs typeface="Arial MT"/>
              </a:rPr>
              <a:t>e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spc="-70" dirty="0">
                <a:latin typeface="Arial MT"/>
                <a:cs typeface="Arial MT"/>
              </a:rPr>
              <a:t>o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último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spc="-65" dirty="0">
                <a:latin typeface="Arial MT"/>
                <a:cs typeface="Arial MT"/>
              </a:rPr>
              <a:t>nome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armazenado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3202038"/>
            <a:ext cx="5760085" cy="38100"/>
          </a:xfrm>
          <a:custGeom>
            <a:avLst/>
            <a:gdLst/>
            <a:ahLst/>
            <a:cxnLst/>
            <a:rect l="l" t="t" r="r" b="b"/>
            <a:pathLst>
              <a:path w="5760085" h="38100">
                <a:moveTo>
                  <a:pt x="5759996" y="0"/>
                </a:moveTo>
                <a:lnTo>
                  <a:pt x="0" y="0"/>
                </a:lnTo>
                <a:lnTo>
                  <a:pt x="0" y="37960"/>
                </a:lnTo>
                <a:lnTo>
                  <a:pt x="5759996" y="37960"/>
                </a:lnTo>
                <a:lnTo>
                  <a:pt x="5759996" y="0"/>
                </a:lnTo>
                <a:close/>
              </a:path>
            </a:pathLst>
          </a:custGeom>
          <a:solidFill>
            <a:srgbClr val="00AC8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fld id="{81D60167-4931-47E6-BA6A-407CBD079E47}" type="slidenum">
              <a:rPr spc="-25" dirty="0"/>
              <a:t>22</a:t>
            </a:fld>
            <a:endParaRPr spc="-25" dirty="0"/>
          </a:p>
        </p:txBody>
      </p:sp>
    </p:spTree>
  </p:cSld>
  <p:clrMapOvr>
    <a:masterClrMapping/>
  </p:clrMapOvr>
  <p:transition>
    <p:cut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3101" y="2264998"/>
            <a:ext cx="1183640" cy="24511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Vetores</a:t>
            </a:r>
            <a:r>
              <a:rPr sz="1400" spc="4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Times New Roman"/>
                <a:cs typeface="Times New Roman"/>
              </a:rPr>
              <a:t>Arrays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050" b="0" spc="-45" dirty="0">
                <a:solidFill>
                  <a:srgbClr val="000000"/>
                </a:solidFill>
                <a:latin typeface="Arial MT"/>
                <a:cs typeface="Arial MT"/>
                <a:hlinkClick r:id="rId2" action="ppaction://hlinksldjump"/>
              </a:rPr>
              <a:t>Comprimento</a:t>
            </a:r>
            <a:r>
              <a:rPr sz="2050" b="0" spc="-55" dirty="0">
                <a:solidFill>
                  <a:srgbClr val="000000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sz="2050" b="0" spc="-80" dirty="0">
                <a:solidFill>
                  <a:srgbClr val="000000"/>
                </a:solidFill>
                <a:latin typeface="Arial MT"/>
                <a:cs typeface="Arial MT"/>
                <a:hlinkClick r:id="rId2" action="ppaction://hlinksldjump"/>
              </a:rPr>
              <a:t>do</a:t>
            </a:r>
            <a:r>
              <a:rPr sz="2050" b="0" spc="-55" dirty="0">
                <a:solidFill>
                  <a:srgbClr val="000000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sz="2050" b="0" spc="-20" dirty="0">
                <a:solidFill>
                  <a:srgbClr val="000000"/>
                </a:solidFill>
                <a:latin typeface="Arial MT"/>
                <a:cs typeface="Arial MT"/>
                <a:hlinkClick r:id="rId2" action="ppaction://hlinksldjump"/>
              </a:rPr>
              <a:t>vetor</a:t>
            </a:r>
            <a:endParaRPr sz="2050">
              <a:latin typeface="Arial MT"/>
              <a:cs typeface="Arial MT"/>
            </a:endParaRPr>
          </a:p>
        </p:txBody>
      </p:sp>
    </p:spTree>
  </p:cSld>
  <p:clrMapOvr>
    <a:masterClrMapping/>
  </p:clrMapOvr>
  <p:transition>
    <p:cut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65" dirty="0"/>
              <a:t>Comprimento</a:t>
            </a:r>
            <a:r>
              <a:rPr spc="50" dirty="0"/>
              <a:t> </a:t>
            </a:r>
            <a:r>
              <a:rPr dirty="0"/>
              <a:t>de</a:t>
            </a:r>
            <a:r>
              <a:rPr spc="50" dirty="0"/>
              <a:t> </a:t>
            </a:r>
            <a:r>
              <a:rPr spc="105" dirty="0"/>
              <a:t>um</a:t>
            </a:r>
            <a:r>
              <a:rPr spc="55" dirty="0"/>
              <a:t> </a:t>
            </a:r>
            <a:r>
              <a:rPr spc="-10" dirty="0"/>
              <a:t>vetor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1292" y="1109420"/>
            <a:ext cx="5481320" cy="815975"/>
          </a:xfrm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pPr marL="166370" indent="-153670">
              <a:lnSpc>
                <a:spcPct val="100000"/>
              </a:lnSpc>
              <a:spcBef>
                <a:spcPts val="725"/>
              </a:spcBef>
              <a:buClr>
                <a:srgbClr val="00AC8C"/>
              </a:buClr>
              <a:buFont typeface="Arial MT"/>
              <a:buChar char="•"/>
              <a:tabLst>
                <a:tab pos="166370" algn="l"/>
              </a:tabLst>
            </a:pPr>
            <a:r>
              <a:rPr sz="1400" b="1" spc="-65" dirty="0">
                <a:latin typeface="Tahoma"/>
                <a:cs typeface="Tahoma"/>
              </a:rPr>
              <a:t>Existem</a:t>
            </a:r>
            <a:r>
              <a:rPr sz="1400" b="1" spc="-35" dirty="0">
                <a:latin typeface="Tahoma"/>
                <a:cs typeface="Tahoma"/>
              </a:rPr>
              <a:t> </a:t>
            </a:r>
            <a:r>
              <a:rPr sz="1400" b="1" spc="-100" dirty="0">
                <a:latin typeface="Tahoma"/>
                <a:cs typeface="Tahoma"/>
              </a:rPr>
              <a:t>casos</a:t>
            </a:r>
            <a:r>
              <a:rPr sz="1400" b="1" spc="-35" dirty="0">
                <a:latin typeface="Tahoma"/>
                <a:cs typeface="Tahoma"/>
              </a:rPr>
              <a:t> </a:t>
            </a:r>
            <a:r>
              <a:rPr sz="1400" b="1" spc="-95" dirty="0">
                <a:latin typeface="Tahoma"/>
                <a:cs typeface="Tahoma"/>
              </a:rPr>
              <a:t>em</a:t>
            </a:r>
            <a:r>
              <a:rPr sz="1400" b="1" spc="-30" dirty="0">
                <a:latin typeface="Tahoma"/>
                <a:cs typeface="Tahoma"/>
              </a:rPr>
              <a:t> </a:t>
            </a:r>
            <a:r>
              <a:rPr sz="1400" b="1" spc="-65" dirty="0">
                <a:latin typeface="Tahoma"/>
                <a:cs typeface="Tahoma"/>
              </a:rPr>
              <a:t>que</a:t>
            </a:r>
            <a:r>
              <a:rPr sz="1400" b="1" spc="-35" dirty="0">
                <a:latin typeface="Tahoma"/>
                <a:cs typeface="Tahoma"/>
              </a:rPr>
              <a:t> </a:t>
            </a:r>
            <a:r>
              <a:rPr sz="1400" b="1" spc="-75" dirty="0">
                <a:latin typeface="Tahoma"/>
                <a:cs typeface="Tahoma"/>
              </a:rPr>
              <a:t>não</a:t>
            </a:r>
            <a:r>
              <a:rPr sz="1400" b="1" spc="-35" dirty="0">
                <a:latin typeface="Tahoma"/>
                <a:cs typeface="Tahoma"/>
              </a:rPr>
              <a:t> </a:t>
            </a:r>
            <a:r>
              <a:rPr sz="1400" b="1" spc="-100" dirty="0">
                <a:latin typeface="Tahoma"/>
                <a:cs typeface="Tahoma"/>
              </a:rPr>
              <a:t>sabemos</a:t>
            </a:r>
            <a:r>
              <a:rPr sz="1400" b="1" spc="-30" dirty="0">
                <a:latin typeface="Tahoma"/>
                <a:cs typeface="Tahoma"/>
              </a:rPr>
              <a:t> </a:t>
            </a:r>
            <a:r>
              <a:rPr sz="1400" b="1" spc="-60" dirty="0">
                <a:latin typeface="Tahoma"/>
                <a:cs typeface="Tahoma"/>
              </a:rPr>
              <a:t>o</a:t>
            </a:r>
            <a:r>
              <a:rPr sz="1400" b="1" spc="-35" dirty="0">
                <a:latin typeface="Tahoma"/>
                <a:cs typeface="Tahoma"/>
              </a:rPr>
              <a:t> </a:t>
            </a:r>
            <a:r>
              <a:rPr sz="1400" b="1" spc="-55" dirty="0">
                <a:latin typeface="Tahoma"/>
                <a:cs typeface="Tahoma"/>
              </a:rPr>
              <a:t>comprimento</a:t>
            </a:r>
            <a:r>
              <a:rPr sz="1400" b="1" spc="-30" dirty="0">
                <a:latin typeface="Tahoma"/>
                <a:cs typeface="Tahoma"/>
              </a:rPr>
              <a:t> </a:t>
            </a:r>
            <a:r>
              <a:rPr sz="1400" b="1" spc="-70" dirty="0">
                <a:latin typeface="Tahoma"/>
                <a:cs typeface="Tahoma"/>
              </a:rPr>
              <a:t>de</a:t>
            </a:r>
            <a:r>
              <a:rPr sz="1400" b="1" spc="-35" dirty="0">
                <a:latin typeface="Tahoma"/>
                <a:cs typeface="Tahoma"/>
              </a:rPr>
              <a:t> </a:t>
            </a:r>
            <a:r>
              <a:rPr sz="1400" b="1" spc="-65" dirty="0">
                <a:latin typeface="Tahoma"/>
                <a:cs typeface="Tahoma"/>
              </a:rPr>
              <a:t>um</a:t>
            </a:r>
            <a:r>
              <a:rPr sz="1400" b="1" spc="-35" dirty="0">
                <a:latin typeface="Tahoma"/>
                <a:cs typeface="Tahoma"/>
              </a:rPr>
              <a:t> </a:t>
            </a:r>
            <a:r>
              <a:rPr sz="1400" b="1" spc="-50" dirty="0">
                <a:latin typeface="Tahoma"/>
                <a:cs typeface="Tahoma"/>
              </a:rPr>
              <a:t>vetor.</a:t>
            </a:r>
            <a:endParaRPr sz="1400">
              <a:latin typeface="Tahoma"/>
              <a:cs typeface="Tahoma"/>
            </a:endParaRPr>
          </a:p>
          <a:p>
            <a:pPr marL="313690" lvl="1" indent="-157480">
              <a:lnSpc>
                <a:spcPct val="100000"/>
              </a:lnSpc>
              <a:spcBef>
                <a:spcPts val="500"/>
              </a:spcBef>
              <a:buClr>
                <a:srgbClr val="00AC8C"/>
              </a:buClr>
              <a:buChar char="–"/>
              <a:tabLst>
                <a:tab pos="313690" algn="l"/>
              </a:tabLst>
            </a:pPr>
            <a:r>
              <a:rPr sz="1200" spc="-114" dirty="0">
                <a:latin typeface="Arial MT"/>
                <a:cs typeface="Arial MT"/>
              </a:rPr>
              <a:t>Nesses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spc="-100" dirty="0">
                <a:latin typeface="Arial MT"/>
                <a:cs typeface="Arial MT"/>
              </a:rPr>
              <a:t>casos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spc="-80" dirty="0">
                <a:latin typeface="Arial MT"/>
                <a:cs typeface="Arial MT"/>
              </a:rPr>
              <a:t>podemos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utilizar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spc="-100" dirty="0">
                <a:latin typeface="Arial MT"/>
                <a:cs typeface="Arial MT"/>
              </a:rPr>
              <a:t>a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spc="-35" dirty="0">
                <a:latin typeface="Arial MT"/>
                <a:cs typeface="Arial MT"/>
              </a:rPr>
              <a:t>instrução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spc="-10" dirty="0">
                <a:latin typeface="MingLiU_HKSCS-ExtB"/>
                <a:cs typeface="MingLiU_HKSCS-ExtB"/>
              </a:rPr>
              <a:t>length</a:t>
            </a:r>
            <a:r>
              <a:rPr sz="1200" spc="-10" dirty="0">
                <a:latin typeface="Arial MT"/>
                <a:cs typeface="Arial MT"/>
              </a:rPr>
              <a:t>.</a:t>
            </a:r>
            <a:endParaRPr sz="1200">
              <a:latin typeface="Arial MT"/>
              <a:cs typeface="Arial MT"/>
            </a:endParaRPr>
          </a:p>
          <a:p>
            <a:pPr marL="313690" lvl="1" indent="-157480">
              <a:lnSpc>
                <a:spcPct val="100000"/>
              </a:lnSpc>
              <a:spcBef>
                <a:spcPts val="535"/>
              </a:spcBef>
              <a:buClr>
                <a:srgbClr val="00AC8C"/>
              </a:buClr>
              <a:buChar char="–"/>
              <a:tabLst>
                <a:tab pos="313690" algn="l"/>
              </a:tabLst>
            </a:pPr>
            <a:r>
              <a:rPr sz="1200" spc="-20" dirty="0">
                <a:latin typeface="Arial MT"/>
                <a:cs typeface="Arial MT"/>
              </a:rPr>
              <a:t>length</a:t>
            </a:r>
            <a:r>
              <a:rPr sz="1200" spc="-30" dirty="0">
                <a:latin typeface="Arial MT"/>
                <a:cs typeface="Arial MT"/>
              </a:rPr>
              <a:t> retorna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spc="-70" dirty="0">
                <a:latin typeface="Arial MT"/>
                <a:cs typeface="Arial MT"/>
              </a:rPr>
              <a:t>o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spc="-35" dirty="0">
                <a:latin typeface="Arial MT"/>
                <a:cs typeface="Arial MT"/>
              </a:rPr>
              <a:t>tamanho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spc="-60" dirty="0">
                <a:latin typeface="Arial MT"/>
                <a:cs typeface="Arial MT"/>
              </a:rPr>
              <a:t>do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vetor!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3202038"/>
            <a:ext cx="5760085" cy="38100"/>
          </a:xfrm>
          <a:custGeom>
            <a:avLst/>
            <a:gdLst/>
            <a:ahLst/>
            <a:cxnLst/>
            <a:rect l="l" t="t" r="r" b="b"/>
            <a:pathLst>
              <a:path w="5760085" h="38100">
                <a:moveTo>
                  <a:pt x="5759996" y="0"/>
                </a:moveTo>
                <a:lnTo>
                  <a:pt x="0" y="0"/>
                </a:lnTo>
                <a:lnTo>
                  <a:pt x="0" y="37960"/>
                </a:lnTo>
                <a:lnTo>
                  <a:pt x="5759996" y="37960"/>
                </a:lnTo>
                <a:lnTo>
                  <a:pt x="5759996" y="0"/>
                </a:lnTo>
                <a:close/>
              </a:path>
            </a:pathLst>
          </a:custGeom>
          <a:solidFill>
            <a:srgbClr val="00AC8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fld id="{81D60167-4931-47E6-BA6A-407CBD079E47}" type="slidenum">
              <a:rPr spc="-25" dirty="0"/>
              <a:t>24</a:t>
            </a:fld>
            <a:endParaRPr spc="-25" dirty="0"/>
          </a:p>
        </p:txBody>
      </p:sp>
    </p:spTree>
  </p:cSld>
  <p:clrMapOvr>
    <a:masterClrMapping/>
  </p:clrMapOvr>
  <p:transition>
    <p:cut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65" dirty="0"/>
              <a:t>Comprimento</a:t>
            </a:r>
            <a:r>
              <a:rPr spc="50" dirty="0"/>
              <a:t> </a:t>
            </a:r>
            <a:r>
              <a:rPr dirty="0"/>
              <a:t>de</a:t>
            </a:r>
            <a:r>
              <a:rPr spc="50" dirty="0"/>
              <a:t> </a:t>
            </a:r>
            <a:r>
              <a:rPr spc="105" dirty="0"/>
              <a:t>um</a:t>
            </a:r>
            <a:r>
              <a:rPr spc="55" dirty="0"/>
              <a:t> </a:t>
            </a:r>
            <a:r>
              <a:rPr spc="-10" dirty="0"/>
              <a:t>vetor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1292" y="655241"/>
            <a:ext cx="3548379" cy="46164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66370" indent="-153670">
              <a:lnSpc>
                <a:spcPct val="100000"/>
              </a:lnSpc>
              <a:spcBef>
                <a:spcPts val="135"/>
              </a:spcBef>
              <a:buClr>
                <a:srgbClr val="00AC8C"/>
              </a:buClr>
              <a:buFont typeface="Arial MT"/>
              <a:buChar char="•"/>
              <a:tabLst>
                <a:tab pos="166370" algn="l"/>
              </a:tabLst>
            </a:pPr>
            <a:r>
              <a:rPr sz="1400" b="1" spc="-25" dirty="0">
                <a:latin typeface="Tahoma"/>
                <a:cs typeface="Tahoma"/>
              </a:rPr>
              <a:t>Criando</a:t>
            </a:r>
            <a:r>
              <a:rPr sz="1400" b="1" spc="-30" dirty="0">
                <a:latin typeface="Tahoma"/>
                <a:cs typeface="Tahoma"/>
              </a:rPr>
              <a:t> </a:t>
            </a:r>
            <a:r>
              <a:rPr sz="1400" b="1" spc="-65" dirty="0">
                <a:latin typeface="Tahoma"/>
                <a:cs typeface="Tahoma"/>
              </a:rPr>
              <a:t>um</a:t>
            </a:r>
            <a:r>
              <a:rPr sz="1400" b="1" spc="-25" dirty="0">
                <a:latin typeface="Tahoma"/>
                <a:cs typeface="Tahoma"/>
              </a:rPr>
              <a:t> </a:t>
            </a:r>
            <a:r>
              <a:rPr sz="1400" b="1" spc="-70" dirty="0">
                <a:latin typeface="Tahoma"/>
                <a:cs typeface="Tahoma"/>
              </a:rPr>
              <a:t>vetor</a:t>
            </a:r>
            <a:r>
              <a:rPr sz="1400" b="1" spc="-30" dirty="0">
                <a:latin typeface="Tahoma"/>
                <a:cs typeface="Tahoma"/>
              </a:rPr>
              <a:t> </a:t>
            </a:r>
            <a:r>
              <a:rPr sz="1400" b="1" spc="-70" dirty="0">
                <a:latin typeface="Tahoma"/>
                <a:cs typeface="Tahoma"/>
              </a:rPr>
              <a:t>de</a:t>
            </a:r>
            <a:r>
              <a:rPr sz="1400" b="1" spc="-25" dirty="0">
                <a:latin typeface="Tahoma"/>
                <a:cs typeface="Tahoma"/>
              </a:rPr>
              <a:t> </a:t>
            </a:r>
            <a:r>
              <a:rPr sz="1400" b="1" spc="-80" dirty="0">
                <a:latin typeface="Tahoma"/>
                <a:cs typeface="Tahoma"/>
              </a:rPr>
              <a:t>tamanho</a:t>
            </a:r>
            <a:r>
              <a:rPr sz="1400" b="1" spc="-25" dirty="0">
                <a:latin typeface="Tahoma"/>
                <a:cs typeface="Tahoma"/>
              </a:rPr>
              <a:t> </a:t>
            </a:r>
            <a:r>
              <a:rPr sz="1400" b="1" spc="-30" dirty="0">
                <a:latin typeface="Tahoma"/>
                <a:cs typeface="Tahoma"/>
              </a:rPr>
              <a:t>dinâmico.</a:t>
            </a:r>
            <a:endParaRPr sz="1400">
              <a:latin typeface="Tahoma"/>
              <a:cs typeface="Tahoma"/>
            </a:endParaRPr>
          </a:p>
          <a:p>
            <a:pPr marL="177800">
              <a:lnSpc>
                <a:spcPct val="100000"/>
              </a:lnSpc>
              <a:spcBef>
                <a:spcPts val="875"/>
              </a:spcBef>
            </a:pPr>
            <a:r>
              <a:rPr sz="550" dirty="0">
                <a:solidFill>
                  <a:srgbClr val="666666"/>
                </a:solidFill>
                <a:latin typeface="MingLiU_HKSCS-ExtB"/>
                <a:cs typeface="MingLiU_HKSCS-ExtB"/>
              </a:rPr>
              <a:t>1</a:t>
            </a:r>
            <a:r>
              <a:rPr sz="550" spc="-140" dirty="0">
                <a:solidFill>
                  <a:srgbClr val="666666"/>
                </a:solidFill>
                <a:latin typeface="MingLiU_HKSCS-ExtB"/>
                <a:cs typeface="MingLiU_HKSCS-ExtB"/>
              </a:rPr>
              <a:t> </a:t>
            </a:r>
            <a:r>
              <a:rPr sz="700" b="1" dirty="0">
                <a:solidFill>
                  <a:srgbClr val="00AC8C"/>
                </a:solidFill>
                <a:latin typeface="Arial"/>
                <a:cs typeface="Arial"/>
              </a:rPr>
              <a:t>import</a:t>
            </a:r>
            <a:r>
              <a:rPr sz="700" b="1" spc="45" dirty="0">
                <a:solidFill>
                  <a:srgbClr val="00AC8C"/>
                </a:solidFill>
                <a:latin typeface="Arial"/>
                <a:cs typeface="Arial"/>
              </a:rPr>
              <a:t> </a:t>
            </a:r>
            <a:r>
              <a:rPr sz="700" spc="-10" dirty="0">
                <a:solidFill>
                  <a:srgbClr val="595959"/>
                </a:solidFill>
                <a:latin typeface="MingLiU_HKSCS-ExtB"/>
                <a:cs typeface="MingLiU_HKSCS-ExtB"/>
              </a:rPr>
              <a:t>java.util.Scanner;</a:t>
            </a:r>
            <a:endParaRPr sz="700">
              <a:latin typeface="MingLiU_HKSCS-ExtB"/>
              <a:cs typeface="MingLiU_HKSCS-ExtB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96789" y="1108829"/>
            <a:ext cx="1451610" cy="2203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550" spc="-50" dirty="0">
                <a:solidFill>
                  <a:srgbClr val="666666"/>
                </a:solidFill>
                <a:latin typeface="MingLiU_HKSCS-ExtB"/>
                <a:cs typeface="MingLiU_HKSCS-ExtB"/>
              </a:rPr>
              <a:t>2</a:t>
            </a:r>
            <a:endParaRPr sz="550">
              <a:latin typeface="MingLiU_HKSCS-ExtB"/>
              <a:cs typeface="MingLiU_HKSCS-ExtB"/>
            </a:endParaRPr>
          </a:p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550" dirty="0">
                <a:solidFill>
                  <a:srgbClr val="666666"/>
                </a:solidFill>
                <a:latin typeface="MingLiU_HKSCS-ExtB"/>
                <a:cs typeface="MingLiU_HKSCS-ExtB"/>
              </a:rPr>
              <a:t>3</a:t>
            </a:r>
            <a:r>
              <a:rPr sz="550" spc="-140" dirty="0">
                <a:solidFill>
                  <a:srgbClr val="666666"/>
                </a:solidFill>
                <a:latin typeface="MingLiU_HKSCS-ExtB"/>
                <a:cs typeface="MingLiU_HKSCS-ExtB"/>
              </a:rPr>
              <a:t> </a:t>
            </a:r>
            <a:r>
              <a:rPr sz="700" b="1" dirty="0">
                <a:solidFill>
                  <a:srgbClr val="00AC8C"/>
                </a:solidFill>
                <a:latin typeface="Arial"/>
                <a:cs typeface="Arial"/>
              </a:rPr>
              <a:t>public</a:t>
            </a:r>
            <a:r>
              <a:rPr sz="700" b="1" spc="130" dirty="0">
                <a:solidFill>
                  <a:srgbClr val="00AC8C"/>
                </a:solidFill>
                <a:latin typeface="Arial"/>
                <a:cs typeface="Arial"/>
              </a:rPr>
              <a:t> </a:t>
            </a:r>
            <a:r>
              <a:rPr sz="700" b="1" dirty="0">
                <a:solidFill>
                  <a:srgbClr val="00AC8C"/>
                </a:solidFill>
                <a:latin typeface="Arial"/>
                <a:cs typeface="Arial"/>
              </a:rPr>
              <a:t>class</a:t>
            </a:r>
            <a:r>
              <a:rPr sz="700" b="1" spc="140" dirty="0">
                <a:solidFill>
                  <a:srgbClr val="00AC8C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595959"/>
                </a:solidFill>
                <a:latin typeface="MingLiU_HKSCS-ExtB"/>
                <a:cs typeface="MingLiU_HKSCS-ExtB"/>
              </a:rPr>
              <a:t>ComprimentoVetor</a:t>
            </a:r>
            <a:r>
              <a:rPr sz="700" spc="-20" dirty="0">
                <a:solidFill>
                  <a:srgbClr val="595959"/>
                </a:solidFill>
                <a:latin typeface="MingLiU_HKSCS-ExtB"/>
                <a:cs typeface="MingLiU_HKSCS-ExtB"/>
              </a:rPr>
              <a:t> </a:t>
            </a:r>
            <a:r>
              <a:rPr sz="700" b="1" spc="20" dirty="0">
                <a:solidFill>
                  <a:srgbClr val="B25900"/>
                </a:solidFill>
                <a:latin typeface="Arial"/>
                <a:cs typeface="Arial"/>
              </a:rPr>
              <a:t>{</a:t>
            </a:r>
            <a:endParaRPr sz="7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09352" y="1516241"/>
            <a:ext cx="184150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dirty="0">
                <a:solidFill>
                  <a:srgbClr val="595959"/>
                </a:solidFill>
                <a:latin typeface="MingLiU_HKSCS-ExtB"/>
                <a:cs typeface="MingLiU_HKSCS-ExtB"/>
              </a:rPr>
              <a:t>Scanner</a:t>
            </a:r>
            <a:r>
              <a:rPr sz="700" spc="-45" dirty="0">
                <a:solidFill>
                  <a:srgbClr val="595959"/>
                </a:solidFill>
                <a:latin typeface="MingLiU_HKSCS-ExtB"/>
                <a:cs typeface="MingLiU_HKSCS-ExtB"/>
              </a:rPr>
              <a:t> </a:t>
            </a:r>
            <a:r>
              <a:rPr sz="700" dirty="0">
                <a:solidFill>
                  <a:srgbClr val="595959"/>
                </a:solidFill>
                <a:latin typeface="MingLiU_HKSCS-ExtB"/>
                <a:cs typeface="MingLiU_HKSCS-ExtB"/>
              </a:rPr>
              <a:t>entrada</a:t>
            </a:r>
            <a:r>
              <a:rPr sz="700" spc="-45" dirty="0">
                <a:solidFill>
                  <a:srgbClr val="595959"/>
                </a:solidFill>
                <a:latin typeface="MingLiU_HKSCS-ExtB"/>
                <a:cs typeface="MingLiU_HKSCS-ExtB"/>
              </a:rPr>
              <a:t> </a:t>
            </a:r>
            <a:r>
              <a:rPr sz="700" dirty="0">
                <a:solidFill>
                  <a:srgbClr val="595959"/>
                </a:solidFill>
                <a:latin typeface="MingLiU_HKSCS-ExtB"/>
                <a:cs typeface="MingLiU_HKSCS-ExtB"/>
              </a:rPr>
              <a:t>=</a:t>
            </a:r>
            <a:r>
              <a:rPr sz="700" spc="-40" dirty="0">
                <a:solidFill>
                  <a:srgbClr val="595959"/>
                </a:solidFill>
                <a:latin typeface="MingLiU_HKSCS-ExtB"/>
                <a:cs typeface="MingLiU_HKSCS-ExtB"/>
              </a:rPr>
              <a:t> </a:t>
            </a:r>
            <a:r>
              <a:rPr sz="700" b="1" spc="-75" dirty="0">
                <a:solidFill>
                  <a:srgbClr val="00AC8C"/>
                </a:solidFill>
                <a:latin typeface="Arial"/>
                <a:cs typeface="Arial"/>
              </a:rPr>
              <a:t>new</a:t>
            </a:r>
            <a:r>
              <a:rPr sz="700" b="1" spc="114" dirty="0">
                <a:solidFill>
                  <a:srgbClr val="00AC8C"/>
                </a:solidFill>
                <a:latin typeface="Arial"/>
                <a:cs typeface="Arial"/>
              </a:rPr>
              <a:t> </a:t>
            </a:r>
            <a:r>
              <a:rPr sz="700" spc="-10" dirty="0">
                <a:solidFill>
                  <a:srgbClr val="595959"/>
                </a:solidFill>
                <a:latin typeface="MingLiU_HKSCS-ExtB"/>
                <a:cs typeface="MingLiU_HKSCS-ExtB"/>
              </a:rPr>
              <a:t>Scanner</a:t>
            </a:r>
            <a:r>
              <a:rPr sz="700" spc="-10" dirty="0">
                <a:solidFill>
                  <a:srgbClr val="B25900"/>
                </a:solidFill>
                <a:latin typeface="MingLiU_HKSCS-ExtB"/>
                <a:cs typeface="MingLiU_HKSCS-ExtB"/>
              </a:rPr>
              <a:t>(</a:t>
            </a:r>
            <a:r>
              <a:rPr sz="700" spc="-10" dirty="0">
                <a:solidFill>
                  <a:srgbClr val="595959"/>
                </a:solidFill>
                <a:latin typeface="MingLiU_HKSCS-ExtB"/>
                <a:cs typeface="MingLiU_HKSCS-ExtB"/>
              </a:rPr>
              <a:t>System.in</a:t>
            </a:r>
            <a:r>
              <a:rPr sz="700" spc="-10" dirty="0">
                <a:solidFill>
                  <a:srgbClr val="B25900"/>
                </a:solidFill>
                <a:latin typeface="MingLiU_HKSCS-ExtB"/>
                <a:cs typeface="MingLiU_HKSCS-ExtB"/>
              </a:rPr>
              <a:t>)</a:t>
            </a:r>
            <a:r>
              <a:rPr sz="700" spc="-10" dirty="0">
                <a:solidFill>
                  <a:srgbClr val="595959"/>
                </a:solidFill>
                <a:latin typeface="MingLiU_HKSCS-ExtB"/>
                <a:cs typeface="MingLiU_HKSCS-ExtB"/>
              </a:rPr>
              <a:t>;</a:t>
            </a:r>
            <a:endParaRPr sz="700">
              <a:latin typeface="MingLiU_HKSCS-ExtB"/>
              <a:cs typeface="MingLiU_HKSCS-ExtB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09352" y="1728813"/>
            <a:ext cx="2151380" cy="2381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840"/>
              </a:lnSpc>
              <a:spcBef>
                <a:spcPts val="95"/>
              </a:spcBef>
            </a:pPr>
            <a:r>
              <a:rPr sz="700" spc="-10" dirty="0">
                <a:solidFill>
                  <a:srgbClr val="595959"/>
                </a:solidFill>
                <a:latin typeface="MingLiU_HKSCS-ExtB"/>
                <a:cs typeface="MingLiU_HKSCS-ExtB"/>
              </a:rPr>
              <a:t>System.out.println</a:t>
            </a:r>
            <a:r>
              <a:rPr sz="700" spc="-10" dirty="0">
                <a:solidFill>
                  <a:srgbClr val="B25900"/>
                </a:solidFill>
                <a:latin typeface="MingLiU_HKSCS-ExtB"/>
                <a:cs typeface="MingLiU_HKSCS-ExtB"/>
              </a:rPr>
              <a:t>("Digite</a:t>
            </a:r>
            <a:r>
              <a:rPr sz="700" spc="25" dirty="0">
                <a:solidFill>
                  <a:srgbClr val="B25900"/>
                </a:solidFill>
                <a:latin typeface="MingLiU_HKSCS-ExtB"/>
                <a:cs typeface="MingLiU_HKSCS-ExtB"/>
              </a:rPr>
              <a:t> </a:t>
            </a:r>
            <a:r>
              <a:rPr sz="700" dirty="0">
                <a:solidFill>
                  <a:srgbClr val="B25900"/>
                </a:solidFill>
                <a:latin typeface="MingLiU_HKSCS-ExtB"/>
                <a:cs typeface="MingLiU_HKSCS-ExtB"/>
              </a:rPr>
              <a:t>o</a:t>
            </a:r>
            <a:r>
              <a:rPr sz="700" spc="30" dirty="0">
                <a:solidFill>
                  <a:srgbClr val="B25900"/>
                </a:solidFill>
                <a:latin typeface="MingLiU_HKSCS-ExtB"/>
                <a:cs typeface="MingLiU_HKSCS-ExtB"/>
              </a:rPr>
              <a:t> </a:t>
            </a:r>
            <a:r>
              <a:rPr sz="700" dirty="0">
                <a:solidFill>
                  <a:srgbClr val="B25900"/>
                </a:solidFill>
                <a:latin typeface="MingLiU_HKSCS-ExtB"/>
                <a:cs typeface="MingLiU_HKSCS-ExtB"/>
              </a:rPr>
              <a:t>tamanho</a:t>
            </a:r>
            <a:r>
              <a:rPr sz="700" spc="30" dirty="0">
                <a:solidFill>
                  <a:srgbClr val="B25900"/>
                </a:solidFill>
                <a:latin typeface="MingLiU_HKSCS-ExtB"/>
                <a:cs typeface="MingLiU_HKSCS-ExtB"/>
              </a:rPr>
              <a:t> </a:t>
            </a:r>
            <a:r>
              <a:rPr sz="700" dirty="0">
                <a:solidFill>
                  <a:srgbClr val="B25900"/>
                </a:solidFill>
                <a:latin typeface="MingLiU_HKSCS-ExtB"/>
                <a:cs typeface="MingLiU_HKSCS-ExtB"/>
              </a:rPr>
              <a:t>do</a:t>
            </a:r>
            <a:r>
              <a:rPr sz="700" spc="25" dirty="0">
                <a:solidFill>
                  <a:srgbClr val="B25900"/>
                </a:solidFill>
                <a:latin typeface="MingLiU_HKSCS-ExtB"/>
                <a:cs typeface="MingLiU_HKSCS-ExtB"/>
              </a:rPr>
              <a:t> </a:t>
            </a:r>
            <a:r>
              <a:rPr sz="700" spc="-10" dirty="0">
                <a:solidFill>
                  <a:srgbClr val="B25900"/>
                </a:solidFill>
                <a:latin typeface="MingLiU_HKSCS-ExtB"/>
                <a:cs typeface="MingLiU_HKSCS-ExtB"/>
              </a:rPr>
              <a:t>vetor")</a:t>
            </a:r>
            <a:r>
              <a:rPr sz="700" spc="-10" dirty="0">
                <a:solidFill>
                  <a:srgbClr val="595959"/>
                </a:solidFill>
                <a:latin typeface="MingLiU_HKSCS-ExtB"/>
                <a:cs typeface="MingLiU_HKSCS-ExtB"/>
              </a:rPr>
              <a:t>;</a:t>
            </a:r>
            <a:endParaRPr sz="700">
              <a:latin typeface="MingLiU_HKSCS-ExtB"/>
              <a:cs typeface="MingLiU_HKSCS-ExtB"/>
            </a:endParaRPr>
          </a:p>
          <a:p>
            <a:pPr marL="12700">
              <a:lnSpc>
                <a:spcPts val="840"/>
              </a:lnSpc>
            </a:pPr>
            <a:r>
              <a:rPr sz="700" b="1" spc="60" dirty="0">
                <a:solidFill>
                  <a:srgbClr val="00AC8C"/>
                </a:solidFill>
                <a:latin typeface="Arial"/>
                <a:cs typeface="Arial"/>
              </a:rPr>
              <a:t>int</a:t>
            </a:r>
            <a:r>
              <a:rPr sz="700" b="1" spc="145" dirty="0">
                <a:solidFill>
                  <a:srgbClr val="00AC8C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595959"/>
                </a:solidFill>
                <a:latin typeface="MingLiU_HKSCS-ExtB"/>
                <a:cs typeface="MingLiU_HKSCS-ExtB"/>
              </a:rPr>
              <a:t>tamanho</a:t>
            </a:r>
            <a:r>
              <a:rPr sz="700" spc="-15" dirty="0">
                <a:solidFill>
                  <a:srgbClr val="595959"/>
                </a:solidFill>
                <a:latin typeface="MingLiU_HKSCS-ExtB"/>
                <a:cs typeface="MingLiU_HKSCS-ExtB"/>
              </a:rPr>
              <a:t> </a:t>
            </a:r>
            <a:r>
              <a:rPr sz="700" dirty="0">
                <a:solidFill>
                  <a:srgbClr val="595959"/>
                </a:solidFill>
                <a:latin typeface="MingLiU_HKSCS-ExtB"/>
                <a:cs typeface="MingLiU_HKSCS-ExtB"/>
              </a:rPr>
              <a:t>=</a:t>
            </a:r>
            <a:r>
              <a:rPr sz="700" spc="-15" dirty="0">
                <a:solidFill>
                  <a:srgbClr val="595959"/>
                </a:solidFill>
                <a:latin typeface="MingLiU_HKSCS-ExtB"/>
                <a:cs typeface="MingLiU_HKSCS-ExtB"/>
              </a:rPr>
              <a:t> </a:t>
            </a:r>
            <a:r>
              <a:rPr sz="700" spc="-10" dirty="0">
                <a:solidFill>
                  <a:srgbClr val="595959"/>
                </a:solidFill>
                <a:latin typeface="MingLiU_HKSCS-ExtB"/>
                <a:cs typeface="MingLiU_HKSCS-ExtB"/>
              </a:rPr>
              <a:t>entrada.nextInt</a:t>
            </a:r>
            <a:r>
              <a:rPr sz="700" spc="-10" dirty="0">
                <a:solidFill>
                  <a:srgbClr val="B25900"/>
                </a:solidFill>
                <a:latin typeface="MingLiU_HKSCS-ExtB"/>
                <a:cs typeface="MingLiU_HKSCS-ExtB"/>
              </a:rPr>
              <a:t>()</a:t>
            </a:r>
            <a:r>
              <a:rPr sz="700" spc="-10" dirty="0">
                <a:solidFill>
                  <a:srgbClr val="595959"/>
                </a:solidFill>
                <a:latin typeface="MingLiU_HKSCS-ExtB"/>
                <a:cs typeface="MingLiU_HKSCS-ExtB"/>
              </a:rPr>
              <a:t>;</a:t>
            </a:r>
            <a:endParaRPr sz="700">
              <a:latin typeface="MingLiU_HKSCS-ExtB"/>
              <a:cs typeface="MingLiU_HKSCS-ExtB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09352" y="2047657"/>
            <a:ext cx="166433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b="1" spc="-20" dirty="0">
                <a:solidFill>
                  <a:srgbClr val="00AC8C"/>
                </a:solidFill>
                <a:latin typeface="Arial"/>
                <a:cs typeface="Arial"/>
              </a:rPr>
              <a:t>double</a:t>
            </a:r>
            <a:r>
              <a:rPr sz="700" b="1" spc="100" dirty="0">
                <a:solidFill>
                  <a:srgbClr val="00AC8C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595959"/>
                </a:solidFill>
                <a:latin typeface="MingLiU_HKSCS-ExtB"/>
                <a:cs typeface="MingLiU_HKSCS-ExtB"/>
              </a:rPr>
              <a:t>notas</a:t>
            </a:r>
            <a:r>
              <a:rPr sz="700" dirty="0">
                <a:solidFill>
                  <a:srgbClr val="B25900"/>
                </a:solidFill>
                <a:latin typeface="MingLiU_HKSCS-ExtB"/>
                <a:cs typeface="MingLiU_HKSCS-ExtB"/>
              </a:rPr>
              <a:t>[]</a:t>
            </a:r>
            <a:r>
              <a:rPr sz="700" spc="-60" dirty="0">
                <a:solidFill>
                  <a:srgbClr val="B25900"/>
                </a:solidFill>
                <a:latin typeface="MingLiU_HKSCS-ExtB"/>
                <a:cs typeface="MingLiU_HKSCS-ExtB"/>
              </a:rPr>
              <a:t> </a:t>
            </a:r>
            <a:r>
              <a:rPr sz="700" dirty="0">
                <a:solidFill>
                  <a:srgbClr val="595959"/>
                </a:solidFill>
                <a:latin typeface="MingLiU_HKSCS-ExtB"/>
                <a:cs typeface="MingLiU_HKSCS-ExtB"/>
              </a:rPr>
              <a:t>=</a:t>
            </a:r>
            <a:r>
              <a:rPr sz="700" spc="-60" dirty="0">
                <a:solidFill>
                  <a:srgbClr val="595959"/>
                </a:solidFill>
                <a:latin typeface="MingLiU_HKSCS-ExtB"/>
                <a:cs typeface="MingLiU_HKSCS-ExtB"/>
              </a:rPr>
              <a:t> </a:t>
            </a:r>
            <a:r>
              <a:rPr sz="700" b="1" spc="-75" dirty="0">
                <a:solidFill>
                  <a:srgbClr val="00AC8C"/>
                </a:solidFill>
                <a:latin typeface="Arial"/>
                <a:cs typeface="Arial"/>
              </a:rPr>
              <a:t>new</a:t>
            </a:r>
            <a:r>
              <a:rPr sz="700" b="1" spc="100" dirty="0">
                <a:solidFill>
                  <a:srgbClr val="00AC8C"/>
                </a:solidFill>
                <a:latin typeface="Arial"/>
                <a:cs typeface="Arial"/>
              </a:rPr>
              <a:t> </a:t>
            </a:r>
            <a:r>
              <a:rPr sz="700" b="1" spc="-10" dirty="0">
                <a:solidFill>
                  <a:srgbClr val="00AC8C"/>
                </a:solidFill>
                <a:latin typeface="Arial"/>
                <a:cs typeface="Arial"/>
              </a:rPr>
              <a:t>double</a:t>
            </a:r>
            <a:r>
              <a:rPr sz="700" spc="-10" dirty="0">
                <a:solidFill>
                  <a:srgbClr val="B25900"/>
                </a:solidFill>
                <a:latin typeface="MingLiU_HKSCS-ExtB"/>
                <a:cs typeface="MingLiU_HKSCS-ExtB"/>
              </a:rPr>
              <a:t>[</a:t>
            </a:r>
            <a:r>
              <a:rPr sz="700" spc="-10" dirty="0">
                <a:solidFill>
                  <a:srgbClr val="595959"/>
                </a:solidFill>
                <a:latin typeface="MingLiU_HKSCS-ExtB"/>
                <a:cs typeface="MingLiU_HKSCS-ExtB"/>
              </a:rPr>
              <a:t>tamanho</a:t>
            </a:r>
            <a:r>
              <a:rPr sz="700" spc="-10" dirty="0">
                <a:solidFill>
                  <a:srgbClr val="B25900"/>
                </a:solidFill>
                <a:latin typeface="MingLiU_HKSCS-ExtB"/>
                <a:cs typeface="MingLiU_HKSCS-ExtB"/>
              </a:rPr>
              <a:t>]</a:t>
            </a:r>
            <a:r>
              <a:rPr sz="700" spc="-10" dirty="0">
                <a:solidFill>
                  <a:srgbClr val="595959"/>
                </a:solidFill>
                <a:latin typeface="MingLiU_HKSCS-ExtB"/>
                <a:cs typeface="MingLiU_HKSCS-ExtB"/>
              </a:rPr>
              <a:t>;</a:t>
            </a:r>
            <a:endParaRPr sz="700">
              <a:latin typeface="MingLiU_HKSCS-ExtB"/>
              <a:cs typeface="MingLiU_HKSCS-ExtB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09352" y="2260229"/>
            <a:ext cx="2505710" cy="2381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700" spc="-10" dirty="0">
                <a:solidFill>
                  <a:srgbClr val="595959"/>
                </a:solidFill>
                <a:latin typeface="MingLiU_HKSCS-ExtB"/>
                <a:cs typeface="MingLiU_HKSCS-ExtB"/>
              </a:rPr>
              <a:t>System.out.println</a:t>
            </a:r>
            <a:r>
              <a:rPr sz="700" spc="-10" dirty="0">
                <a:solidFill>
                  <a:srgbClr val="B25900"/>
                </a:solidFill>
                <a:latin typeface="MingLiU_HKSCS-ExtB"/>
                <a:cs typeface="MingLiU_HKSCS-ExtB"/>
              </a:rPr>
              <a:t>("tamanho</a:t>
            </a:r>
            <a:r>
              <a:rPr sz="700" spc="20" dirty="0">
                <a:solidFill>
                  <a:srgbClr val="B25900"/>
                </a:solidFill>
                <a:latin typeface="MingLiU_HKSCS-ExtB"/>
                <a:cs typeface="MingLiU_HKSCS-ExtB"/>
              </a:rPr>
              <a:t> </a:t>
            </a:r>
            <a:r>
              <a:rPr sz="700" dirty="0">
                <a:solidFill>
                  <a:srgbClr val="B25900"/>
                </a:solidFill>
                <a:latin typeface="MingLiU_HKSCS-ExtB"/>
                <a:cs typeface="MingLiU_HKSCS-ExtB"/>
              </a:rPr>
              <a:t>do</a:t>
            </a:r>
            <a:r>
              <a:rPr sz="700" spc="25" dirty="0">
                <a:solidFill>
                  <a:srgbClr val="B25900"/>
                </a:solidFill>
                <a:latin typeface="MingLiU_HKSCS-ExtB"/>
                <a:cs typeface="MingLiU_HKSCS-ExtB"/>
              </a:rPr>
              <a:t> </a:t>
            </a:r>
            <a:r>
              <a:rPr sz="700" dirty="0">
                <a:solidFill>
                  <a:srgbClr val="B25900"/>
                </a:solidFill>
                <a:latin typeface="MingLiU_HKSCS-ExtB"/>
                <a:cs typeface="MingLiU_HKSCS-ExtB"/>
              </a:rPr>
              <a:t>vetor:</a:t>
            </a:r>
            <a:r>
              <a:rPr sz="700" spc="20" dirty="0">
                <a:solidFill>
                  <a:srgbClr val="B25900"/>
                </a:solidFill>
                <a:latin typeface="MingLiU_HKSCS-ExtB"/>
                <a:cs typeface="MingLiU_HKSCS-ExtB"/>
              </a:rPr>
              <a:t> </a:t>
            </a:r>
            <a:r>
              <a:rPr sz="700" dirty="0">
                <a:solidFill>
                  <a:srgbClr val="B25900"/>
                </a:solidFill>
                <a:latin typeface="MingLiU_HKSCS-ExtB"/>
                <a:cs typeface="MingLiU_HKSCS-ExtB"/>
              </a:rPr>
              <a:t>"</a:t>
            </a:r>
            <a:r>
              <a:rPr sz="700" spc="25" dirty="0">
                <a:solidFill>
                  <a:srgbClr val="B25900"/>
                </a:solidFill>
                <a:latin typeface="MingLiU_HKSCS-ExtB"/>
                <a:cs typeface="MingLiU_HKSCS-ExtB"/>
              </a:rPr>
              <a:t> </a:t>
            </a:r>
            <a:r>
              <a:rPr sz="700" dirty="0">
                <a:solidFill>
                  <a:srgbClr val="595959"/>
                </a:solidFill>
                <a:latin typeface="MingLiU_HKSCS-ExtB"/>
                <a:cs typeface="MingLiU_HKSCS-ExtB"/>
              </a:rPr>
              <a:t>+</a:t>
            </a:r>
            <a:r>
              <a:rPr sz="700" spc="25" dirty="0">
                <a:solidFill>
                  <a:srgbClr val="595959"/>
                </a:solidFill>
                <a:latin typeface="MingLiU_HKSCS-ExtB"/>
                <a:cs typeface="MingLiU_HKSCS-ExtB"/>
              </a:rPr>
              <a:t> </a:t>
            </a:r>
            <a:r>
              <a:rPr sz="700" spc="-10" dirty="0">
                <a:solidFill>
                  <a:srgbClr val="595959"/>
                </a:solidFill>
                <a:latin typeface="MingLiU_HKSCS-ExtB"/>
                <a:cs typeface="MingLiU_HKSCS-ExtB"/>
              </a:rPr>
              <a:t>notas.length</a:t>
            </a:r>
            <a:r>
              <a:rPr sz="700" spc="-10" dirty="0">
                <a:solidFill>
                  <a:srgbClr val="B25900"/>
                </a:solidFill>
                <a:latin typeface="MingLiU_HKSCS-ExtB"/>
                <a:cs typeface="MingLiU_HKSCS-ExtB"/>
              </a:rPr>
              <a:t>)</a:t>
            </a:r>
            <a:r>
              <a:rPr sz="700" spc="-10" dirty="0">
                <a:solidFill>
                  <a:srgbClr val="595959"/>
                </a:solidFill>
                <a:latin typeface="MingLiU_HKSCS-ExtB"/>
                <a:cs typeface="MingLiU_HKSCS-ExtB"/>
              </a:rPr>
              <a:t>; entrada.close</a:t>
            </a:r>
            <a:r>
              <a:rPr sz="700" spc="-10" dirty="0">
                <a:solidFill>
                  <a:srgbClr val="B25900"/>
                </a:solidFill>
                <a:latin typeface="MingLiU_HKSCS-ExtB"/>
                <a:cs typeface="MingLiU_HKSCS-ExtB"/>
              </a:rPr>
              <a:t>()</a:t>
            </a:r>
            <a:r>
              <a:rPr sz="700" spc="-10" dirty="0">
                <a:solidFill>
                  <a:srgbClr val="595959"/>
                </a:solidFill>
                <a:latin typeface="MingLiU_HKSCS-ExtB"/>
                <a:cs typeface="MingLiU_HKSCS-ExtB"/>
              </a:rPr>
              <a:t>;</a:t>
            </a:r>
            <a:endParaRPr sz="700">
              <a:latin typeface="MingLiU_HKSCS-ExtB"/>
              <a:cs typeface="MingLiU_HKSCS-ExtB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61361" y="1281537"/>
            <a:ext cx="1965325" cy="1429385"/>
          </a:xfrm>
          <a:prstGeom prst="rect">
            <a:avLst/>
          </a:prstGeom>
        </p:spPr>
        <p:txBody>
          <a:bodyPr vert="horz" wrap="square" lIns="0" tIns="34290" rIns="0" bIns="0" rtlCol="0">
            <a:spAutoFit/>
          </a:bodyPr>
          <a:lstStyle/>
          <a:p>
            <a:pPr marL="47625">
              <a:lnSpc>
                <a:spcPct val="100000"/>
              </a:lnSpc>
              <a:spcBef>
                <a:spcPts val="270"/>
              </a:spcBef>
            </a:pPr>
            <a:r>
              <a:rPr sz="550" dirty="0">
                <a:solidFill>
                  <a:srgbClr val="666666"/>
                </a:solidFill>
                <a:latin typeface="MingLiU_HKSCS-ExtB"/>
                <a:cs typeface="MingLiU_HKSCS-ExtB"/>
              </a:rPr>
              <a:t>4</a:t>
            </a:r>
            <a:r>
              <a:rPr sz="550" spc="130" dirty="0">
                <a:solidFill>
                  <a:srgbClr val="666666"/>
                </a:solidFill>
                <a:latin typeface="MingLiU_HKSCS-ExtB"/>
                <a:cs typeface="MingLiU_HKSCS-ExtB"/>
              </a:rPr>
              <a:t>  </a:t>
            </a:r>
            <a:r>
              <a:rPr sz="700" b="1" dirty="0">
                <a:solidFill>
                  <a:srgbClr val="00AC8C"/>
                </a:solidFill>
                <a:latin typeface="Arial"/>
                <a:cs typeface="Arial"/>
              </a:rPr>
              <a:t>public</a:t>
            </a:r>
            <a:r>
              <a:rPr sz="700" b="1" spc="175" dirty="0">
                <a:solidFill>
                  <a:srgbClr val="00AC8C"/>
                </a:solidFill>
                <a:latin typeface="Arial"/>
                <a:cs typeface="Arial"/>
              </a:rPr>
              <a:t> </a:t>
            </a:r>
            <a:r>
              <a:rPr sz="700" b="1" dirty="0">
                <a:solidFill>
                  <a:srgbClr val="00AC8C"/>
                </a:solidFill>
                <a:latin typeface="Arial"/>
                <a:cs typeface="Arial"/>
              </a:rPr>
              <a:t>static</a:t>
            </a:r>
            <a:r>
              <a:rPr sz="700" b="1" spc="180" dirty="0">
                <a:solidFill>
                  <a:srgbClr val="00AC8C"/>
                </a:solidFill>
                <a:latin typeface="Arial"/>
                <a:cs typeface="Arial"/>
              </a:rPr>
              <a:t> </a:t>
            </a:r>
            <a:r>
              <a:rPr sz="700" b="1" dirty="0">
                <a:solidFill>
                  <a:srgbClr val="00AC8C"/>
                </a:solidFill>
                <a:latin typeface="Arial"/>
                <a:cs typeface="Arial"/>
              </a:rPr>
              <a:t>void</a:t>
            </a:r>
            <a:r>
              <a:rPr sz="700" b="1" spc="175" dirty="0">
                <a:solidFill>
                  <a:srgbClr val="00AC8C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595959"/>
                </a:solidFill>
                <a:latin typeface="MingLiU_HKSCS-ExtB"/>
                <a:cs typeface="MingLiU_HKSCS-ExtB"/>
              </a:rPr>
              <a:t>main</a:t>
            </a:r>
            <a:r>
              <a:rPr sz="700" dirty="0">
                <a:solidFill>
                  <a:srgbClr val="B25900"/>
                </a:solidFill>
                <a:latin typeface="MingLiU_HKSCS-ExtB"/>
                <a:cs typeface="MingLiU_HKSCS-ExtB"/>
              </a:rPr>
              <a:t>(</a:t>
            </a:r>
            <a:r>
              <a:rPr sz="700" dirty="0">
                <a:solidFill>
                  <a:srgbClr val="595959"/>
                </a:solidFill>
                <a:latin typeface="MingLiU_HKSCS-ExtB"/>
                <a:cs typeface="MingLiU_HKSCS-ExtB"/>
              </a:rPr>
              <a:t>String</a:t>
            </a:r>
            <a:r>
              <a:rPr sz="700" dirty="0">
                <a:solidFill>
                  <a:srgbClr val="B25900"/>
                </a:solidFill>
                <a:latin typeface="MingLiU_HKSCS-ExtB"/>
                <a:cs typeface="MingLiU_HKSCS-ExtB"/>
              </a:rPr>
              <a:t>[]</a:t>
            </a:r>
            <a:r>
              <a:rPr sz="700" spc="15" dirty="0">
                <a:solidFill>
                  <a:srgbClr val="B25900"/>
                </a:solidFill>
                <a:latin typeface="MingLiU_HKSCS-ExtB"/>
                <a:cs typeface="MingLiU_HKSCS-ExtB"/>
              </a:rPr>
              <a:t> </a:t>
            </a:r>
            <a:r>
              <a:rPr sz="700" dirty="0">
                <a:solidFill>
                  <a:srgbClr val="595959"/>
                </a:solidFill>
                <a:latin typeface="MingLiU_HKSCS-ExtB"/>
                <a:cs typeface="MingLiU_HKSCS-ExtB"/>
              </a:rPr>
              <a:t>args</a:t>
            </a:r>
            <a:r>
              <a:rPr sz="700" dirty="0">
                <a:solidFill>
                  <a:srgbClr val="B25900"/>
                </a:solidFill>
                <a:latin typeface="MingLiU_HKSCS-ExtB"/>
                <a:cs typeface="MingLiU_HKSCS-ExtB"/>
              </a:rPr>
              <a:t>)</a:t>
            </a:r>
            <a:r>
              <a:rPr sz="700" spc="20" dirty="0">
                <a:solidFill>
                  <a:srgbClr val="B25900"/>
                </a:solidFill>
                <a:latin typeface="MingLiU_HKSCS-ExtB"/>
                <a:cs typeface="MingLiU_HKSCS-ExtB"/>
              </a:rPr>
              <a:t> </a:t>
            </a:r>
            <a:r>
              <a:rPr sz="700" b="1" spc="20" dirty="0">
                <a:solidFill>
                  <a:srgbClr val="B25900"/>
                </a:solidFill>
                <a:latin typeface="Arial"/>
                <a:cs typeface="Arial"/>
              </a:rPr>
              <a:t>{</a:t>
            </a:r>
            <a:endParaRPr sz="700">
              <a:latin typeface="Arial"/>
              <a:cs typeface="Arial"/>
            </a:endParaRPr>
          </a:p>
          <a:p>
            <a:pPr marL="47625">
              <a:lnSpc>
                <a:spcPct val="100000"/>
              </a:lnSpc>
              <a:spcBef>
                <a:spcPts val="145"/>
              </a:spcBef>
            </a:pPr>
            <a:r>
              <a:rPr sz="550" spc="-50" dirty="0">
                <a:solidFill>
                  <a:srgbClr val="666666"/>
                </a:solidFill>
                <a:latin typeface="MingLiU_HKSCS-ExtB"/>
                <a:cs typeface="MingLiU_HKSCS-ExtB"/>
              </a:rPr>
              <a:t>5</a:t>
            </a:r>
            <a:endParaRPr sz="550">
              <a:latin typeface="MingLiU_HKSCS-ExtB"/>
              <a:cs typeface="MingLiU_HKSCS-ExtB"/>
            </a:endParaRPr>
          </a:p>
          <a:p>
            <a:pPr marL="47625">
              <a:lnSpc>
                <a:spcPct val="100000"/>
              </a:lnSpc>
              <a:spcBef>
                <a:spcPts val="180"/>
              </a:spcBef>
            </a:pPr>
            <a:r>
              <a:rPr sz="550" spc="-50" dirty="0">
                <a:solidFill>
                  <a:srgbClr val="666666"/>
                </a:solidFill>
                <a:latin typeface="MingLiU_HKSCS-ExtB"/>
                <a:cs typeface="MingLiU_HKSCS-ExtB"/>
              </a:rPr>
              <a:t>6</a:t>
            </a:r>
            <a:endParaRPr sz="550">
              <a:latin typeface="MingLiU_HKSCS-ExtB"/>
              <a:cs typeface="MingLiU_HKSCS-ExtB"/>
            </a:endParaRPr>
          </a:p>
          <a:p>
            <a:pPr marL="47625">
              <a:lnSpc>
                <a:spcPct val="100000"/>
              </a:lnSpc>
              <a:spcBef>
                <a:spcPts val="175"/>
              </a:spcBef>
            </a:pPr>
            <a:r>
              <a:rPr sz="550" spc="-50" dirty="0">
                <a:solidFill>
                  <a:srgbClr val="666666"/>
                </a:solidFill>
                <a:latin typeface="MingLiU_HKSCS-ExtB"/>
                <a:cs typeface="MingLiU_HKSCS-ExtB"/>
              </a:rPr>
              <a:t>7</a:t>
            </a:r>
            <a:endParaRPr sz="550">
              <a:latin typeface="MingLiU_HKSCS-ExtB"/>
              <a:cs typeface="MingLiU_HKSCS-ExtB"/>
            </a:endParaRPr>
          </a:p>
          <a:p>
            <a:pPr marL="47625">
              <a:lnSpc>
                <a:spcPct val="100000"/>
              </a:lnSpc>
              <a:spcBef>
                <a:spcPts val="180"/>
              </a:spcBef>
            </a:pPr>
            <a:r>
              <a:rPr sz="550" spc="-50" dirty="0">
                <a:solidFill>
                  <a:srgbClr val="666666"/>
                </a:solidFill>
                <a:latin typeface="MingLiU_HKSCS-ExtB"/>
                <a:cs typeface="MingLiU_HKSCS-ExtB"/>
              </a:rPr>
              <a:t>8</a:t>
            </a:r>
            <a:endParaRPr sz="550">
              <a:latin typeface="MingLiU_HKSCS-ExtB"/>
              <a:cs typeface="MingLiU_HKSCS-ExtB"/>
            </a:endParaRPr>
          </a:p>
          <a:p>
            <a:pPr marL="47625">
              <a:lnSpc>
                <a:spcPct val="100000"/>
              </a:lnSpc>
              <a:spcBef>
                <a:spcPts val="175"/>
              </a:spcBef>
            </a:pPr>
            <a:r>
              <a:rPr sz="550" spc="-50" dirty="0">
                <a:solidFill>
                  <a:srgbClr val="666666"/>
                </a:solidFill>
                <a:latin typeface="MingLiU_HKSCS-ExtB"/>
                <a:cs typeface="MingLiU_HKSCS-ExtB"/>
              </a:rPr>
              <a:t>9</a:t>
            </a:r>
            <a:endParaRPr sz="550">
              <a:latin typeface="MingLiU_HKSCS-ExtB"/>
              <a:cs typeface="MingLiU_HKSCS-ExtB"/>
            </a:endParaRPr>
          </a:p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z="550" spc="-25" dirty="0">
                <a:solidFill>
                  <a:srgbClr val="666666"/>
                </a:solidFill>
                <a:latin typeface="MingLiU_HKSCS-ExtB"/>
                <a:cs typeface="MingLiU_HKSCS-ExtB"/>
              </a:rPr>
              <a:t>10</a:t>
            </a:r>
            <a:endParaRPr sz="550">
              <a:latin typeface="MingLiU_HKSCS-ExtB"/>
              <a:cs typeface="MingLiU_HKSCS-ExtB"/>
            </a:endParaRPr>
          </a:p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z="550" spc="-25" dirty="0">
                <a:solidFill>
                  <a:srgbClr val="666666"/>
                </a:solidFill>
                <a:latin typeface="MingLiU_HKSCS-ExtB"/>
                <a:cs typeface="MingLiU_HKSCS-ExtB"/>
              </a:rPr>
              <a:t>11</a:t>
            </a:r>
            <a:endParaRPr sz="550">
              <a:latin typeface="MingLiU_HKSCS-ExtB"/>
              <a:cs typeface="MingLiU_HKSCS-ExtB"/>
            </a:endParaRPr>
          </a:p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z="550" spc="-25" dirty="0">
                <a:solidFill>
                  <a:srgbClr val="666666"/>
                </a:solidFill>
                <a:latin typeface="MingLiU_HKSCS-ExtB"/>
                <a:cs typeface="MingLiU_HKSCS-ExtB"/>
              </a:rPr>
              <a:t>12</a:t>
            </a:r>
            <a:endParaRPr sz="550">
              <a:latin typeface="MingLiU_HKSCS-ExtB"/>
              <a:cs typeface="MingLiU_HKSCS-ExtB"/>
            </a:endParaRPr>
          </a:p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z="550" spc="-25" dirty="0">
                <a:solidFill>
                  <a:srgbClr val="666666"/>
                </a:solidFill>
                <a:latin typeface="MingLiU_HKSCS-ExtB"/>
                <a:cs typeface="MingLiU_HKSCS-ExtB"/>
              </a:rPr>
              <a:t>13</a:t>
            </a:r>
            <a:endParaRPr sz="550">
              <a:latin typeface="MingLiU_HKSCS-ExtB"/>
              <a:cs typeface="MingLiU_HKSCS-ExtB"/>
            </a:endParaRPr>
          </a:p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z="550" spc="-25" dirty="0">
                <a:solidFill>
                  <a:srgbClr val="666666"/>
                </a:solidFill>
                <a:latin typeface="MingLiU_HKSCS-ExtB"/>
                <a:cs typeface="MingLiU_HKSCS-ExtB"/>
              </a:rPr>
              <a:t>14</a:t>
            </a:r>
            <a:endParaRPr sz="550">
              <a:latin typeface="MingLiU_HKSCS-ExtB"/>
              <a:cs typeface="MingLiU_HKSCS-ExtB"/>
            </a:endParaRPr>
          </a:p>
          <a:p>
            <a:pPr marL="12700">
              <a:lnSpc>
                <a:spcPts val="840"/>
              </a:lnSpc>
              <a:spcBef>
                <a:spcPts val="25"/>
              </a:spcBef>
            </a:pPr>
            <a:r>
              <a:rPr sz="550" dirty="0">
                <a:solidFill>
                  <a:srgbClr val="666666"/>
                </a:solidFill>
                <a:latin typeface="MingLiU_HKSCS-ExtB"/>
                <a:cs typeface="MingLiU_HKSCS-ExtB"/>
              </a:rPr>
              <a:t>15</a:t>
            </a:r>
            <a:r>
              <a:rPr sz="550" spc="495" dirty="0">
                <a:solidFill>
                  <a:srgbClr val="666666"/>
                </a:solidFill>
                <a:latin typeface="MingLiU_HKSCS-ExtB"/>
                <a:cs typeface="MingLiU_HKSCS-ExtB"/>
              </a:rPr>
              <a:t> </a:t>
            </a:r>
            <a:r>
              <a:rPr sz="700" b="1" spc="20" dirty="0">
                <a:solidFill>
                  <a:srgbClr val="B25900"/>
                </a:solidFill>
                <a:latin typeface="Arial"/>
                <a:cs typeface="Arial"/>
              </a:rPr>
              <a:t>}</a:t>
            </a:r>
            <a:endParaRPr sz="700">
              <a:latin typeface="Arial"/>
              <a:cs typeface="Arial"/>
            </a:endParaRPr>
          </a:p>
          <a:p>
            <a:pPr marL="12700">
              <a:lnSpc>
                <a:spcPts val="840"/>
              </a:lnSpc>
            </a:pPr>
            <a:r>
              <a:rPr sz="550" dirty="0">
                <a:solidFill>
                  <a:srgbClr val="666666"/>
                </a:solidFill>
                <a:latin typeface="MingLiU_HKSCS-ExtB"/>
                <a:cs typeface="MingLiU_HKSCS-ExtB"/>
              </a:rPr>
              <a:t>16</a:t>
            </a:r>
            <a:r>
              <a:rPr sz="550" spc="-135" dirty="0">
                <a:solidFill>
                  <a:srgbClr val="666666"/>
                </a:solidFill>
                <a:latin typeface="MingLiU_HKSCS-ExtB"/>
                <a:cs typeface="MingLiU_HKSCS-ExtB"/>
              </a:rPr>
              <a:t> </a:t>
            </a:r>
            <a:r>
              <a:rPr sz="700" b="1" spc="10" dirty="0">
                <a:solidFill>
                  <a:srgbClr val="B25900"/>
                </a:solidFill>
                <a:latin typeface="Arial"/>
                <a:cs typeface="Arial"/>
              </a:rPr>
              <a:t>}</a:t>
            </a:r>
            <a:endParaRPr sz="7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444900" y="985138"/>
            <a:ext cx="1966595" cy="815975"/>
          </a:xfrm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pPr marL="166370" indent="-153670">
              <a:lnSpc>
                <a:spcPct val="100000"/>
              </a:lnSpc>
              <a:spcBef>
                <a:spcPts val="725"/>
              </a:spcBef>
              <a:buClr>
                <a:srgbClr val="00AC8C"/>
              </a:buClr>
              <a:buChar char="•"/>
              <a:tabLst>
                <a:tab pos="166370" algn="l"/>
              </a:tabLst>
            </a:pPr>
            <a:r>
              <a:rPr sz="1400" spc="-50" dirty="0">
                <a:latin typeface="Arial MT"/>
                <a:cs typeface="Arial MT"/>
              </a:rPr>
              <a:t>Executando</a:t>
            </a:r>
            <a:r>
              <a:rPr sz="1400" spc="-35" dirty="0">
                <a:latin typeface="Arial MT"/>
                <a:cs typeface="Arial MT"/>
              </a:rPr>
              <a:t> </a:t>
            </a:r>
            <a:r>
              <a:rPr sz="1400" spc="-70" dirty="0">
                <a:latin typeface="Arial MT"/>
                <a:cs typeface="Arial MT"/>
              </a:rPr>
              <a:t>o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spc="-25" dirty="0">
                <a:latin typeface="Arial MT"/>
                <a:cs typeface="Arial MT"/>
              </a:rPr>
              <a:t>programa</a:t>
            </a:r>
            <a:endParaRPr sz="1400">
              <a:latin typeface="Arial MT"/>
              <a:cs typeface="Arial MT"/>
            </a:endParaRPr>
          </a:p>
          <a:p>
            <a:pPr marL="156210">
              <a:lnSpc>
                <a:spcPct val="100000"/>
              </a:lnSpc>
              <a:spcBef>
                <a:spcPts val="500"/>
              </a:spcBef>
            </a:pPr>
            <a:r>
              <a:rPr sz="1200" dirty="0">
                <a:solidFill>
                  <a:srgbClr val="00AC8C"/>
                </a:solidFill>
                <a:latin typeface="Arial MT"/>
                <a:cs typeface="Arial MT"/>
              </a:rPr>
              <a:t>–</a:t>
            </a:r>
            <a:r>
              <a:rPr sz="1200" spc="245" dirty="0">
                <a:solidFill>
                  <a:srgbClr val="00AC8C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595959"/>
                </a:solidFill>
                <a:latin typeface="MingLiU_HKSCS-ExtB"/>
                <a:cs typeface="MingLiU_HKSCS-ExtB"/>
              </a:rPr>
              <a:t>&gt;</a:t>
            </a:r>
            <a:r>
              <a:rPr sz="1000" spc="-20" dirty="0">
                <a:solidFill>
                  <a:srgbClr val="595959"/>
                </a:solidFill>
                <a:latin typeface="MingLiU_HKSCS-ExtB"/>
                <a:cs typeface="MingLiU_HKSCS-ExtB"/>
              </a:rPr>
              <a:t> </a:t>
            </a:r>
            <a:r>
              <a:rPr sz="1000" spc="-35" dirty="0">
                <a:solidFill>
                  <a:srgbClr val="595959"/>
                </a:solidFill>
                <a:latin typeface="MingLiU_HKSCS-ExtB"/>
                <a:cs typeface="MingLiU_HKSCS-ExtB"/>
              </a:rPr>
              <a:t>30</a:t>
            </a:r>
            <a:endParaRPr sz="1000">
              <a:latin typeface="MingLiU_HKSCS-ExtB"/>
              <a:cs typeface="MingLiU_HKSCS-ExtB"/>
            </a:endParaRPr>
          </a:p>
          <a:p>
            <a:pPr marL="156210">
              <a:lnSpc>
                <a:spcPct val="100000"/>
              </a:lnSpc>
              <a:spcBef>
                <a:spcPts val="535"/>
              </a:spcBef>
            </a:pPr>
            <a:r>
              <a:rPr sz="1200" dirty="0">
                <a:solidFill>
                  <a:srgbClr val="00AC8C"/>
                </a:solidFill>
                <a:latin typeface="Arial MT"/>
                <a:cs typeface="Arial MT"/>
              </a:rPr>
              <a:t>–</a:t>
            </a:r>
            <a:r>
              <a:rPr sz="1200" spc="235" dirty="0">
                <a:solidFill>
                  <a:srgbClr val="00AC8C"/>
                </a:solidFill>
                <a:latin typeface="Arial MT"/>
                <a:cs typeface="Arial MT"/>
              </a:rPr>
              <a:t> </a:t>
            </a:r>
            <a:r>
              <a:rPr sz="1200" dirty="0">
                <a:latin typeface="MingLiU_HKSCS-ExtB"/>
                <a:cs typeface="MingLiU_HKSCS-ExtB"/>
              </a:rPr>
              <a:t>tamanho</a:t>
            </a:r>
            <a:r>
              <a:rPr sz="1200" spc="-35" dirty="0">
                <a:latin typeface="MingLiU_HKSCS-ExtB"/>
                <a:cs typeface="MingLiU_HKSCS-ExtB"/>
              </a:rPr>
              <a:t> </a:t>
            </a:r>
            <a:r>
              <a:rPr sz="1200" dirty="0">
                <a:latin typeface="MingLiU_HKSCS-ExtB"/>
                <a:cs typeface="MingLiU_HKSCS-ExtB"/>
              </a:rPr>
              <a:t>do</a:t>
            </a:r>
            <a:r>
              <a:rPr sz="1200" spc="-35" dirty="0">
                <a:latin typeface="MingLiU_HKSCS-ExtB"/>
                <a:cs typeface="MingLiU_HKSCS-ExtB"/>
              </a:rPr>
              <a:t> </a:t>
            </a:r>
            <a:r>
              <a:rPr sz="1200" dirty="0">
                <a:latin typeface="MingLiU_HKSCS-ExtB"/>
                <a:cs typeface="MingLiU_HKSCS-ExtB"/>
              </a:rPr>
              <a:t>vetor:</a:t>
            </a:r>
            <a:r>
              <a:rPr sz="1200" spc="-35" dirty="0">
                <a:latin typeface="MingLiU_HKSCS-ExtB"/>
                <a:cs typeface="MingLiU_HKSCS-ExtB"/>
              </a:rPr>
              <a:t> </a:t>
            </a:r>
            <a:r>
              <a:rPr sz="1200" spc="-25" dirty="0">
                <a:latin typeface="MingLiU_HKSCS-ExtB"/>
                <a:cs typeface="MingLiU_HKSCS-ExtB"/>
              </a:rPr>
              <a:t>30</a:t>
            </a:r>
            <a:endParaRPr sz="1200">
              <a:latin typeface="MingLiU_HKSCS-ExtB"/>
              <a:cs typeface="MingLiU_HKSCS-ExtB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0" y="3202038"/>
            <a:ext cx="5760085" cy="38100"/>
          </a:xfrm>
          <a:custGeom>
            <a:avLst/>
            <a:gdLst/>
            <a:ahLst/>
            <a:cxnLst/>
            <a:rect l="l" t="t" r="r" b="b"/>
            <a:pathLst>
              <a:path w="5760085" h="38100">
                <a:moveTo>
                  <a:pt x="5759996" y="0"/>
                </a:moveTo>
                <a:lnTo>
                  <a:pt x="0" y="0"/>
                </a:lnTo>
                <a:lnTo>
                  <a:pt x="0" y="37960"/>
                </a:lnTo>
                <a:lnTo>
                  <a:pt x="5759996" y="37960"/>
                </a:lnTo>
                <a:lnTo>
                  <a:pt x="5759996" y="0"/>
                </a:lnTo>
                <a:close/>
              </a:path>
            </a:pathLst>
          </a:custGeom>
          <a:solidFill>
            <a:srgbClr val="00AC8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fld id="{81D60167-4931-47E6-BA6A-407CBD079E47}" type="slidenum">
              <a:rPr spc="-25" dirty="0"/>
              <a:t>25</a:t>
            </a:fld>
            <a:endParaRPr spc="-25" dirty="0"/>
          </a:p>
        </p:txBody>
      </p:sp>
    </p:spTree>
  </p:cSld>
  <p:clrMapOvr>
    <a:masterClrMapping/>
  </p:clrMapOvr>
  <p:transition>
    <p:cut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3101" y="2264998"/>
            <a:ext cx="1183640" cy="24511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Vetores</a:t>
            </a:r>
            <a:r>
              <a:rPr sz="1400" spc="4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Times New Roman"/>
                <a:cs typeface="Times New Roman"/>
              </a:rPr>
              <a:t>Arrays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708660">
              <a:lnSpc>
                <a:spcPct val="100000"/>
              </a:lnSpc>
              <a:spcBef>
                <a:spcPts val="114"/>
              </a:spcBef>
            </a:pPr>
            <a:r>
              <a:rPr sz="2050" b="0" spc="-105" dirty="0">
                <a:solidFill>
                  <a:srgbClr val="000000"/>
                </a:solidFill>
                <a:latin typeface="Arial MT"/>
                <a:cs typeface="Arial MT"/>
                <a:hlinkClick r:id="rId2" action="ppaction://hlinksldjump"/>
              </a:rPr>
              <a:t>Exercícios</a:t>
            </a:r>
            <a:endParaRPr sz="2050">
              <a:latin typeface="Arial MT"/>
              <a:cs typeface="Arial MT"/>
            </a:endParaRPr>
          </a:p>
        </p:txBody>
      </p:sp>
    </p:spTree>
  </p:cSld>
  <p:clrMapOvr>
    <a:masterClrMapping/>
  </p:clrMapOvr>
  <p:transition>
    <p:cut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57785">
              <a:lnSpc>
                <a:spcPct val="100000"/>
              </a:lnSpc>
              <a:spcBef>
                <a:spcPts val="135"/>
              </a:spcBef>
            </a:pPr>
            <a:r>
              <a:rPr dirty="0"/>
              <a:t>Exercício</a:t>
            </a:r>
            <a:r>
              <a:rPr spc="345" dirty="0"/>
              <a:t> </a:t>
            </a:r>
            <a:r>
              <a:rPr spc="-60" dirty="0"/>
              <a:t>4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319904" y="2079589"/>
            <a:ext cx="1537970" cy="293370"/>
            <a:chOff x="1319904" y="2079589"/>
            <a:chExt cx="1537970" cy="293370"/>
          </a:xfrm>
        </p:grpSpPr>
        <p:sp>
          <p:nvSpPr>
            <p:cNvPr id="4" name="object 4"/>
            <p:cNvSpPr/>
            <p:nvPr/>
          </p:nvSpPr>
          <p:spPr>
            <a:xfrm>
              <a:off x="1322444" y="2082129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90" h="288289">
                  <a:moveTo>
                    <a:pt x="288004" y="0"/>
                  </a:moveTo>
                  <a:lnTo>
                    <a:pt x="0" y="0"/>
                  </a:lnTo>
                  <a:lnTo>
                    <a:pt x="0" y="288004"/>
                  </a:lnTo>
                  <a:lnTo>
                    <a:pt x="288004" y="288004"/>
                  </a:lnTo>
                  <a:lnTo>
                    <a:pt x="288004" y="0"/>
                  </a:lnTo>
                  <a:close/>
                </a:path>
              </a:pathLst>
            </a:custGeom>
            <a:solidFill>
              <a:srgbClr val="99D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322444" y="2082129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90" h="288289">
                  <a:moveTo>
                    <a:pt x="0" y="288004"/>
                  </a:moveTo>
                  <a:lnTo>
                    <a:pt x="288004" y="288004"/>
                  </a:lnTo>
                  <a:lnTo>
                    <a:pt x="288004" y="0"/>
                  </a:lnTo>
                  <a:lnTo>
                    <a:pt x="0" y="0"/>
                  </a:lnTo>
                  <a:lnTo>
                    <a:pt x="0" y="288004"/>
                  </a:lnTo>
                  <a:close/>
                </a:path>
              </a:pathLst>
            </a:custGeom>
            <a:ln w="5060">
              <a:solidFill>
                <a:srgbClr val="005B5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633511" y="2082129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>
                  <a:moveTo>
                    <a:pt x="288004" y="0"/>
                  </a:moveTo>
                  <a:lnTo>
                    <a:pt x="0" y="0"/>
                  </a:lnTo>
                  <a:lnTo>
                    <a:pt x="0" y="288004"/>
                  </a:lnTo>
                  <a:lnTo>
                    <a:pt x="288004" y="288004"/>
                  </a:lnTo>
                  <a:lnTo>
                    <a:pt x="288004" y="0"/>
                  </a:lnTo>
                  <a:close/>
                </a:path>
              </a:pathLst>
            </a:custGeom>
            <a:solidFill>
              <a:srgbClr val="99D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633511" y="2082129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>
                  <a:moveTo>
                    <a:pt x="0" y="288004"/>
                  </a:moveTo>
                  <a:lnTo>
                    <a:pt x="288004" y="288004"/>
                  </a:lnTo>
                  <a:lnTo>
                    <a:pt x="288004" y="0"/>
                  </a:lnTo>
                  <a:lnTo>
                    <a:pt x="0" y="0"/>
                  </a:lnTo>
                  <a:lnTo>
                    <a:pt x="0" y="288004"/>
                  </a:lnTo>
                  <a:close/>
                </a:path>
              </a:pathLst>
            </a:custGeom>
            <a:ln w="5060">
              <a:solidFill>
                <a:srgbClr val="005B5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944578" y="2082129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>
                  <a:moveTo>
                    <a:pt x="288004" y="0"/>
                  </a:moveTo>
                  <a:lnTo>
                    <a:pt x="0" y="0"/>
                  </a:lnTo>
                  <a:lnTo>
                    <a:pt x="0" y="288004"/>
                  </a:lnTo>
                  <a:lnTo>
                    <a:pt x="288004" y="288004"/>
                  </a:lnTo>
                  <a:lnTo>
                    <a:pt x="288004" y="0"/>
                  </a:lnTo>
                  <a:close/>
                </a:path>
              </a:pathLst>
            </a:custGeom>
            <a:solidFill>
              <a:srgbClr val="99D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944578" y="2082129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>
                  <a:moveTo>
                    <a:pt x="0" y="288004"/>
                  </a:moveTo>
                  <a:lnTo>
                    <a:pt x="288004" y="288004"/>
                  </a:lnTo>
                  <a:lnTo>
                    <a:pt x="288004" y="0"/>
                  </a:lnTo>
                  <a:lnTo>
                    <a:pt x="0" y="0"/>
                  </a:lnTo>
                  <a:lnTo>
                    <a:pt x="0" y="288004"/>
                  </a:lnTo>
                  <a:close/>
                </a:path>
              </a:pathLst>
            </a:custGeom>
            <a:ln w="5060">
              <a:solidFill>
                <a:srgbClr val="005B5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255645" y="2082129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>
                  <a:moveTo>
                    <a:pt x="288004" y="0"/>
                  </a:moveTo>
                  <a:lnTo>
                    <a:pt x="0" y="0"/>
                  </a:lnTo>
                  <a:lnTo>
                    <a:pt x="0" y="288004"/>
                  </a:lnTo>
                  <a:lnTo>
                    <a:pt x="288004" y="288004"/>
                  </a:lnTo>
                  <a:lnTo>
                    <a:pt x="288004" y="0"/>
                  </a:lnTo>
                  <a:close/>
                </a:path>
              </a:pathLst>
            </a:custGeom>
            <a:solidFill>
              <a:srgbClr val="99D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255645" y="2082129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>
                  <a:moveTo>
                    <a:pt x="0" y="288004"/>
                  </a:moveTo>
                  <a:lnTo>
                    <a:pt x="288004" y="288004"/>
                  </a:lnTo>
                  <a:lnTo>
                    <a:pt x="288004" y="0"/>
                  </a:lnTo>
                  <a:lnTo>
                    <a:pt x="0" y="0"/>
                  </a:lnTo>
                  <a:lnTo>
                    <a:pt x="0" y="288004"/>
                  </a:lnTo>
                  <a:close/>
                </a:path>
              </a:pathLst>
            </a:custGeom>
            <a:ln w="5060">
              <a:solidFill>
                <a:srgbClr val="005B5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566711" y="2082129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>
                  <a:moveTo>
                    <a:pt x="288004" y="0"/>
                  </a:moveTo>
                  <a:lnTo>
                    <a:pt x="0" y="0"/>
                  </a:lnTo>
                  <a:lnTo>
                    <a:pt x="0" y="288004"/>
                  </a:lnTo>
                  <a:lnTo>
                    <a:pt x="288004" y="288004"/>
                  </a:lnTo>
                  <a:lnTo>
                    <a:pt x="288004" y="0"/>
                  </a:lnTo>
                  <a:close/>
                </a:path>
              </a:pathLst>
            </a:custGeom>
            <a:solidFill>
              <a:srgbClr val="99D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566711" y="2082129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>
                  <a:moveTo>
                    <a:pt x="0" y="288004"/>
                  </a:moveTo>
                  <a:lnTo>
                    <a:pt x="288004" y="288004"/>
                  </a:lnTo>
                  <a:lnTo>
                    <a:pt x="288004" y="0"/>
                  </a:lnTo>
                  <a:lnTo>
                    <a:pt x="0" y="0"/>
                  </a:lnTo>
                  <a:lnTo>
                    <a:pt x="0" y="288004"/>
                  </a:lnTo>
                  <a:close/>
                </a:path>
              </a:pathLst>
            </a:custGeom>
            <a:ln w="5060">
              <a:solidFill>
                <a:srgbClr val="005B5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131292" y="489736"/>
            <a:ext cx="4855210" cy="1840864"/>
          </a:xfrm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pPr marL="166370" indent="-153670">
              <a:lnSpc>
                <a:spcPct val="100000"/>
              </a:lnSpc>
              <a:spcBef>
                <a:spcPts val="725"/>
              </a:spcBef>
              <a:buClr>
                <a:srgbClr val="00AC8C"/>
              </a:buClr>
              <a:buFont typeface="Arial MT"/>
              <a:buChar char="•"/>
              <a:tabLst>
                <a:tab pos="166370" algn="l"/>
              </a:tabLst>
            </a:pPr>
            <a:r>
              <a:rPr sz="1400" b="1" spc="-40" dirty="0">
                <a:latin typeface="Tahoma"/>
                <a:cs typeface="Tahoma"/>
              </a:rPr>
              <a:t>Leia</a:t>
            </a:r>
            <a:r>
              <a:rPr sz="1400" b="1" spc="-35" dirty="0">
                <a:latin typeface="Tahoma"/>
                <a:cs typeface="Tahoma"/>
              </a:rPr>
              <a:t> </a:t>
            </a:r>
            <a:r>
              <a:rPr sz="1400" b="1" spc="-160" dirty="0">
                <a:latin typeface="Tahoma"/>
                <a:cs typeface="Tahoma"/>
              </a:rPr>
              <a:t>5</a:t>
            </a:r>
            <a:r>
              <a:rPr sz="1400" b="1" spc="-30" dirty="0">
                <a:latin typeface="Tahoma"/>
                <a:cs typeface="Tahoma"/>
              </a:rPr>
              <a:t> </a:t>
            </a:r>
            <a:r>
              <a:rPr sz="1400" b="1" spc="-85" dirty="0">
                <a:latin typeface="Tahoma"/>
                <a:cs typeface="Tahoma"/>
              </a:rPr>
              <a:t>elementos</a:t>
            </a:r>
            <a:r>
              <a:rPr sz="1400" b="1" spc="-35" dirty="0">
                <a:latin typeface="Tahoma"/>
                <a:cs typeface="Tahoma"/>
              </a:rPr>
              <a:t> </a:t>
            </a:r>
            <a:r>
              <a:rPr sz="1400" b="1" spc="-95" dirty="0">
                <a:latin typeface="Tahoma"/>
                <a:cs typeface="Tahoma"/>
              </a:rPr>
              <a:t>em</a:t>
            </a:r>
            <a:r>
              <a:rPr sz="1400" b="1" spc="-30" dirty="0">
                <a:latin typeface="Tahoma"/>
                <a:cs typeface="Tahoma"/>
              </a:rPr>
              <a:t> </a:t>
            </a:r>
            <a:r>
              <a:rPr sz="1400" b="1" spc="-65" dirty="0">
                <a:latin typeface="Tahoma"/>
                <a:cs typeface="Tahoma"/>
              </a:rPr>
              <a:t>um</a:t>
            </a:r>
            <a:r>
              <a:rPr sz="1400" b="1" spc="-35" dirty="0">
                <a:latin typeface="Tahoma"/>
                <a:cs typeface="Tahoma"/>
              </a:rPr>
              <a:t> </a:t>
            </a:r>
            <a:r>
              <a:rPr sz="1400" b="1" spc="-70" dirty="0">
                <a:latin typeface="Tahoma"/>
                <a:cs typeface="Tahoma"/>
              </a:rPr>
              <a:t>vetor</a:t>
            </a:r>
            <a:r>
              <a:rPr sz="1400" b="1" spc="-30" dirty="0">
                <a:latin typeface="Tahoma"/>
                <a:cs typeface="Tahoma"/>
              </a:rPr>
              <a:t> </a:t>
            </a:r>
            <a:r>
              <a:rPr sz="1400" b="1" spc="-45" dirty="0">
                <a:latin typeface="Tahoma"/>
                <a:cs typeface="Tahoma"/>
              </a:rPr>
              <a:t>inteiro</a:t>
            </a:r>
            <a:r>
              <a:rPr sz="1400" b="1" spc="-35" dirty="0">
                <a:latin typeface="Tahoma"/>
                <a:cs typeface="Tahoma"/>
              </a:rPr>
              <a:t> A.</a:t>
            </a:r>
            <a:endParaRPr sz="1400">
              <a:latin typeface="Tahoma"/>
              <a:cs typeface="Tahoma"/>
            </a:endParaRPr>
          </a:p>
          <a:p>
            <a:pPr marL="313690" lvl="1" indent="-157480">
              <a:lnSpc>
                <a:spcPct val="100000"/>
              </a:lnSpc>
              <a:spcBef>
                <a:spcPts val="500"/>
              </a:spcBef>
              <a:buClr>
                <a:srgbClr val="00AC8C"/>
              </a:buClr>
              <a:buChar char="–"/>
              <a:tabLst>
                <a:tab pos="313690" algn="l"/>
              </a:tabLst>
            </a:pPr>
            <a:r>
              <a:rPr sz="1200" spc="-40" dirty="0">
                <a:latin typeface="Arial MT"/>
                <a:cs typeface="Arial MT"/>
              </a:rPr>
              <a:t>construa</a:t>
            </a:r>
            <a:r>
              <a:rPr sz="1200" spc="-35" dirty="0">
                <a:latin typeface="Arial MT"/>
                <a:cs typeface="Arial MT"/>
              </a:rPr>
              <a:t> </a:t>
            </a:r>
            <a:r>
              <a:rPr sz="1200" spc="-20" dirty="0">
                <a:latin typeface="Arial MT"/>
                <a:cs typeface="Arial MT"/>
              </a:rPr>
              <a:t>um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outro</a:t>
            </a:r>
            <a:r>
              <a:rPr sz="1200" spc="-35" dirty="0">
                <a:latin typeface="Arial MT"/>
                <a:cs typeface="Arial MT"/>
              </a:rPr>
              <a:t> </a:t>
            </a:r>
            <a:r>
              <a:rPr sz="1200" spc="-30" dirty="0">
                <a:latin typeface="Arial MT"/>
                <a:cs typeface="Arial MT"/>
              </a:rPr>
              <a:t>vetor </a:t>
            </a:r>
            <a:r>
              <a:rPr sz="1200" spc="-80" dirty="0">
                <a:latin typeface="Arial MT"/>
                <a:cs typeface="Arial MT"/>
              </a:rPr>
              <a:t>B,</a:t>
            </a:r>
            <a:r>
              <a:rPr sz="1200" spc="-35" dirty="0">
                <a:latin typeface="Arial MT"/>
                <a:cs typeface="Arial MT"/>
              </a:rPr>
              <a:t> </a:t>
            </a:r>
            <a:r>
              <a:rPr sz="1200" spc="-85" dirty="0">
                <a:latin typeface="Arial MT"/>
                <a:cs typeface="Arial MT"/>
              </a:rPr>
              <a:t>de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spc="-95" dirty="0">
                <a:latin typeface="Arial MT"/>
                <a:cs typeface="Arial MT"/>
              </a:rPr>
              <a:t>mesma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spc="-60" dirty="0">
                <a:latin typeface="Arial MT"/>
                <a:cs typeface="Arial MT"/>
              </a:rPr>
              <a:t>dimensão</a:t>
            </a:r>
            <a:r>
              <a:rPr sz="1200" spc="-35" dirty="0">
                <a:latin typeface="Arial MT"/>
                <a:cs typeface="Arial MT"/>
              </a:rPr>
              <a:t> </a:t>
            </a:r>
            <a:r>
              <a:rPr sz="1200" spc="-85" dirty="0">
                <a:latin typeface="Arial MT"/>
                <a:cs typeface="Arial MT"/>
              </a:rPr>
              <a:t>de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spc="-25" dirty="0">
                <a:latin typeface="Arial MT"/>
                <a:cs typeface="Arial MT"/>
              </a:rPr>
              <a:t>A,</a:t>
            </a:r>
            <a:endParaRPr sz="1200">
              <a:latin typeface="Arial MT"/>
              <a:cs typeface="Arial MT"/>
            </a:endParaRPr>
          </a:p>
          <a:p>
            <a:pPr marL="313690" lvl="1" indent="-157480">
              <a:lnSpc>
                <a:spcPct val="100000"/>
              </a:lnSpc>
              <a:spcBef>
                <a:spcPts val="535"/>
              </a:spcBef>
              <a:buClr>
                <a:srgbClr val="00AC8C"/>
              </a:buClr>
              <a:buChar char="–"/>
              <a:tabLst>
                <a:tab pos="313690" algn="l"/>
              </a:tabLst>
            </a:pPr>
            <a:r>
              <a:rPr sz="1200" spc="-85" dirty="0">
                <a:latin typeface="Arial MT"/>
                <a:cs typeface="Arial MT"/>
              </a:rPr>
              <a:t>sendo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spc="-80" dirty="0">
                <a:latin typeface="Arial MT"/>
                <a:cs typeface="Arial MT"/>
              </a:rPr>
              <a:t>que,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spc="-110" dirty="0">
                <a:latin typeface="Arial MT"/>
                <a:cs typeface="Arial MT"/>
              </a:rPr>
              <a:t>seus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spc="-65" dirty="0">
                <a:latin typeface="Arial MT"/>
                <a:cs typeface="Arial MT"/>
              </a:rPr>
              <a:t>elementos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spc="-105" dirty="0">
                <a:latin typeface="Arial MT"/>
                <a:cs typeface="Arial MT"/>
              </a:rPr>
              <a:t>são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spc="-100" dirty="0">
                <a:latin typeface="Arial MT"/>
                <a:cs typeface="Arial MT"/>
              </a:rPr>
              <a:t>a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spc="-25" dirty="0">
                <a:latin typeface="Arial MT"/>
                <a:cs typeface="Arial MT"/>
              </a:rPr>
              <a:t>multiplicação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spc="-85" dirty="0">
                <a:latin typeface="Arial MT"/>
                <a:cs typeface="Arial MT"/>
              </a:rPr>
              <a:t>dos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spc="-65" dirty="0">
                <a:latin typeface="Arial MT"/>
                <a:cs typeface="Arial MT"/>
              </a:rPr>
              <a:t>elementos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spc="-85" dirty="0">
                <a:latin typeface="Arial MT"/>
                <a:cs typeface="Arial MT"/>
              </a:rPr>
              <a:t>de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spc="-60" dirty="0">
                <a:latin typeface="Arial MT"/>
                <a:cs typeface="Arial MT"/>
              </a:rPr>
              <a:t>A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spc="-20" dirty="0">
                <a:latin typeface="Arial MT"/>
                <a:cs typeface="Arial MT"/>
              </a:rPr>
              <a:t>por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spc="-25" dirty="0">
                <a:latin typeface="Arial MT"/>
                <a:cs typeface="Arial MT"/>
              </a:rPr>
              <a:t>3.</a:t>
            </a:r>
            <a:endParaRPr sz="1200">
              <a:latin typeface="Arial MT"/>
              <a:cs typeface="Arial MT"/>
            </a:endParaRPr>
          </a:p>
          <a:p>
            <a:pPr marL="313690" lvl="1" indent="-157480">
              <a:lnSpc>
                <a:spcPct val="100000"/>
              </a:lnSpc>
              <a:spcBef>
                <a:spcPts val="540"/>
              </a:spcBef>
              <a:buClr>
                <a:srgbClr val="00AC8C"/>
              </a:buClr>
              <a:buChar char="–"/>
              <a:tabLst>
                <a:tab pos="313690" algn="l"/>
              </a:tabLst>
            </a:pPr>
            <a:r>
              <a:rPr sz="1200" spc="-55" dirty="0">
                <a:latin typeface="Arial MT"/>
                <a:cs typeface="Arial MT"/>
              </a:rPr>
              <a:t>mostre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spc="-110" dirty="0">
                <a:latin typeface="Arial MT"/>
                <a:cs typeface="Arial MT"/>
              </a:rPr>
              <a:t>os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spc="-65" dirty="0">
                <a:latin typeface="Arial MT"/>
                <a:cs typeface="Arial MT"/>
              </a:rPr>
              <a:t>elementos</a:t>
            </a:r>
            <a:r>
              <a:rPr sz="1200" spc="-5" dirty="0">
                <a:latin typeface="Arial MT"/>
                <a:cs typeface="Arial MT"/>
              </a:rPr>
              <a:t> </a:t>
            </a:r>
            <a:r>
              <a:rPr sz="1200" spc="-85" dirty="0">
                <a:latin typeface="Arial MT"/>
                <a:cs typeface="Arial MT"/>
              </a:rPr>
              <a:t>de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spc="-35" dirty="0">
                <a:latin typeface="Arial MT"/>
                <a:cs typeface="Arial MT"/>
              </a:rPr>
              <a:t>B.</a:t>
            </a:r>
            <a:endParaRPr sz="1200">
              <a:latin typeface="Arial MT"/>
              <a:cs typeface="Arial MT"/>
            </a:endParaRPr>
          </a:p>
          <a:p>
            <a:pPr marL="166370" indent="-153670">
              <a:lnSpc>
                <a:spcPct val="100000"/>
              </a:lnSpc>
              <a:spcBef>
                <a:spcPts val="1185"/>
              </a:spcBef>
              <a:buClr>
                <a:srgbClr val="00AC8C"/>
              </a:buClr>
              <a:buFont typeface="Arial MT"/>
              <a:buChar char="•"/>
              <a:tabLst>
                <a:tab pos="166370" algn="l"/>
              </a:tabLst>
            </a:pPr>
            <a:r>
              <a:rPr sz="1400" b="1" spc="-10" dirty="0">
                <a:latin typeface="Tahoma"/>
                <a:cs typeface="Tahoma"/>
              </a:rPr>
              <a:t>Exemplo:</a:t>
            </a:r>
            <a:endParaRPr sz="1400">
              <a:latin typeface="Tahoma"/>
              <a:cs typeface="Tahoma"/>
            </a:endParaRPr>
          </a:p>
          <a:p>
            <a:pPr marL="1292225">
              <a:lnSpc>
                <a:spcPct val="100000"/>
              </a:lnSpc>
              <a:spcBef>
                <a:spcPts val="1540"/>
              </a:spcBef>
              <a:tabLst>
                <a:tab pos="1603375" algn="l"/>
                <a:tab pos="1914525" algn="l"/>
                <a:tab pos="2225675" algn="l"/>
                <a:tab pos="2536825" algn="l"/>
              </a:tabLst>
            </a:pPr>
            <a:r>
              <a:rPr sz="1400" spc="-50" dirty="0">
                <a:latin typeface="Arial MT"/>
                <a:cs typeface="Arial MT"/>
              </a:rPr>
              <a:t>1</a:t>
            </a:r>
            <a:r>
              <a:rPr sz="1400" dirty="0">
                <a:latin typeface="Arial MT"/>
                <a:cs typeface="Arial MT"/>
              </a:rPr>
              <a:t>	</a:t>
            </a:r>
            <a:r>
              <a:rPr sz="1400" spc="-50" dirty="0">
                <a:latin typeface="Arial MT"/>
                <a:cs typeface="Arial MT"/>
              </a:rPr>
              <a:t>5</a:t>
            </a:r>
            <a:r>
              <a:rPr sz="1400" dirty="0">
                <a:latin typeface="Arial MT"/>
                <a:cs typeface="Arial MT"/>
              </a:rPr>
              <a:t>	</a:t>
            </a:r>
            <a:r>
              <a:rPr sz="1400" spc="-50" dirty="0">
                <a:latin typeface="Arial MT"/>
                <a:cs typeface="Arial MT"/>
              </a:rPr>
              <a:t>7</a:t>
            </a:r>
            <a:r>
              <a:rPr sz="1400" dirty="0">
                <a:latin typeface="Arial MT"/>
                <a:cs typeface="Arial MT"/>
              </a:rPr>
              <a:t>	</a:t>
            </a:r>
            <a:r>
              <a:rPr sz="1400" spc="-50" dirty="0">
                <a:latin typeface="Arial MT"/>
                <a:cs typeface="Arial MT"/>
              </a:rPr>
              <a:t>3</a:t>
            </a:r>
            <a:r>
              <a:rPr sz="1400" dirty="0">
                <a:latin typeface="Arial MT"/>
                <a:cs typeface="Arial MT"/>
              </a:rPr>
              <a:t>	</a:t>
            </a:r>
            <a:r>
              <a:rPr sz="1400" spc="-50" dirty="0">
                <a:latin typeface="Arial MT"/>
                <a:cs typeface="Arial MT"/>
              </a:rPr>
              <a:t>8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322445" y="2389892"/>
            <a:ext cx="288290" cy="88265"/>
          </a:xfrm>
          <a:custGeom>
            <a:avLst/>
            <a:gdLst/>
            <a:ahLst/>
            <a:cxnLst/>
            <a:rect l="l" t="t" r="r" b="b"/>
            <a:pathLst>
              <a:path w="288290" h="88264">
                <a:moveTo>
                  <a:pt x="0" y="88062"/>
                </a:moveTo>
                <a:lnTo>
                  <a:pt x="288004" y="88062"/>
                </a:lnTo>
                <a:lnTo>
                  <a:pt x="288004" y="0"/>
                </a:lnTo>
                <a:lnTo>
                  <a:pt x="0" y="0"/>
                </a:lnTo>
                <a:lnTo>
                  <a:pt x="0" y="88062"/>
                </a:lnTo>
                <a:close/>
              </a:path>
            </a:pathLst>
          </a:custGeom>
          <a:ln w="5060">
            <a:solidFill>
              <a:srgbClr val="8F9E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1324975" y="2392423"/>
            <a:ext cx="294640" cy="83185"/>
          </a:xfrm>
          <a:prstGeom prst="rect">
            <a:avLst/>
          </a:prstGeom>
          <a:solidFill>
            <a:srgbClr val="CCE2B8"/>
          </a:solidFill>
        </p:spPr>
        <p:txBody>
          <a:bodyPr vert="horz" wrap="square" lIns="0" tIns="0" rIns="0" bIns="0" rtlCol="0">
            <a:spAutoFit/>
          </a:bodyPr>
          <a:lstStyle/>
          <a:p>
            <a:pPr marR="3810" algn="ctr">
              <a:lnSpc>
                <a:spcPts val="655"/>
              </a:lnSpc>
            </a:pPr>
            <a:r>
              <a:rPr sz="800" spc="-50" dirty="0">
                <a:latin typeface="Arial MT"/>
                <a:cs typeface="Arial MT"/>
              </a:rPr>
              <a:t>0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1633511" y="2389892"/>
            <a:ext cx="288290" cy="88265"/>
          </a:xfrm>
          <a:custGeom>
            <a:avLst/>
            <a:gdLst/>
            <a:ahLst/>
            <a:cxnLst/>
            <a:rect l="l" t="t" r="r" b="b"/>
            <a:pathLst>
              <a:path w="288289" h="88264">
                <a:moveTo>
                  <a:pt x="0" y="88062"/>
                </a:moveTo>
                <a:lnTo>
                  <a:pt x="288004" y="88062"/>
                </a:lnTo>
                <a:lnTo>
                  <a:pt x="288004" y="0"/>
                </a:lnTo>
                <a:lnTo>
                  <a:pt x="0" y="0"/>
                </a:lnTo>
                <a:lnTo>
                  <a:pt x="0" y="88062"/>
                </a:lnTo>
                <a:close/>
              </a:path>
            </a:pathLst>
          </a:custGeom>
          <a:ln w="5060">
            <a:solidFill>
              <a:srgbClr val="8F9E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1624511" y="2392423"/>
            <a:ext cx="306070" cy="83185"/>
          </a:xfrm>
          <a:prstGeom prst="rect">
            <a:avLst/>
          </a:prstGeom>
          <a:solidFill>
            <a:srgbClr val="CCE2B8"/>
          </a:solidFill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655"/>
              </a:lnSpc>
            </a:pPr>
            <a:r>
              <a:rPr sz="800" spc="-50" dirty="0">
                <a:latin typeface="Arial MT"/>
                <a:cs typeface="Arial MT"/>
              </a:rPr>
              <a:t>1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1944578" y="2389892"/>
            <a:ext cx="288290" cy="88265"/>
          </a:xfrm>
          <a:custGeom>
            <a:avLst/>
            <a:gdLst/>
            <a:ahLst/>
            <a:cxnLst/>
            <a:rect l="l" t="t" r="r" b="b"/>
            <a:pathLst>
              <a:path w="288289" h="88264">
                <a:moveTo>
                  <a:pt x="0" y="88062"/>
                </a:moveTo>
                <a:lnTo>
                  <a:pt x="288004" y="88062"/>
                </a:lnTo>
                <a:lnTo>
                  <a:pt x="288004" y="0"/>
                </a:lnTo>
                <a:lnTo>
                  <a:pt x="0" y="0"/>
                </a:lnTo>
                <a:lnTo>
                  <a:pt x="0" y="88062"/>
                </a:lnTo>
                <a:close/>
              </a:path>
            </a:pathLst>
          </a:custGeom>
          <a:ln w="5060">
            <a:solidFill>
              <a:srgbClr val="8F9E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1935577" y="2392423"/>
            <a:ext cx="306070" cy="83185"/>
          </a:xfrm>
          <a:prstGeom prst="rect">
            <a:avLst/>
          </a:prstGeom>
          <a:solidFill>
            <a:srgbClr val="CCE2B8"/>
          </a:solidFill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655"/>
              </a:lnSpc>
            </a:pPr>
            <a:r>
              <a:rPr sz="800" spc="-50" dirty="0">
                <a:latin typeface="Arial MT"/>
                <a:cs typeface="Arial MT"/>
              </a:rPr>
              <a:t>2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2255645" y="2389892"/>
            <a:ext cx="288290" cy="88265"/>
          </a:xfrm>
          <a:custGeom>
            <a:avLst/>
            <a:gdLst/>
            <a:ahLst/>
            <a:cxnLst/>
            <a:rect l="l" t="t" r="r" b="b"/>
            <a:pathLst>
              <a:path w="288289" h="88264">
                <a:moveTo>
                  <a:pt x="0" y="88062"/>
                </a:moveTo>
                <a:lnTo>
                  <a:pt x="288004" y="88062"/>
                </a:lnTo>
                <a:lnTo>
                  <a:pt x="288004" y="0"/>
                </a:lnTo>
                <a:lnTo>
                  <a:pt x="0" y="0"/>
                </a:lnTo>
                <a:lnTo>
                  <a:pt x="0" y="88062"/>
                </a:lnTo>
                <a:close/>
              </a:path>
            </a:pathLst>
          </a:custGeom>
          <a:ln w="5060">
            <a:solidFill>
              <a:srgbClr val="8F9E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2246644" y="2392423"/>
            <a:ext cx="306070" cy="83185"/>
          </a:xfrm>
          <a:prstGeom prst="rect">
            <a:avLst/>
          </a:prstGeom>
          <a:solidFill>
            <a:srgbClr val="CCE2B8"/>
          </a:solidFill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655"/>
              </a:lnSpc>
            </a:pPr>
            <a:r>
              <a:rPr sz="800" spc="-50" dirty="0">
                <a:latin typeface="Arial MT"/>
                <a:cs typeface="Arial MT"/>
              </a:rPr>
              <a:t>3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2566711" y="2389892"/>
            <a:ext cx="288290" cy="88265"/>
          </a:xfrm>
          <a:custGeom>
            <a:avLst/>
            <a:gdLst/>
            <a:ahLst/>
            <a:cxnLst/>
            <a:rect l="l" t="t" r="r" b="b"/>
            <a:pathLst>
              <a:path w="288289" h="88264">
                <a:moveTo>
                  <a:pt x="0" y="88062"/>
                </a:moveTo>
                <a:lnTo>
                  <a:pt x="288004" y="88062"/>
                </a:lnTo>
                <a:lnTo>
                  <a:pt x="288004" y="0"/>
                </a:lnTo>
                <a:lnTo>
                  <a:pt x="0" y="0"/>
                </a:lnTo>
                <a:lnTo>
                  <a:pt x="0" y="88062"/>
                </a:lnTo>
                <a:close/>
              </a:path>
            </a:pathLst>
          </a:custGeom>
          <a:ln w="5060">
            <a:solidFill>
              <a:srgbClr val="8F9E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2557711" y="2392423"/>
            <a:ext cx="294640" cy="83185"/>
          </a:xfrm>
          <a:prstGeom prst="rect">
            <a:avLst/>
          </a:prstGeom>
          <a:solidFill>
            <a:srgbClr val="CCE2B8"/>
          </a:solidFill>
        </p:spPr>
        <p:txBody>
          <a:bodyPr vert="horz" wrap="square" lIns="0" tIns="0" rIns="0" bIns="0" rtlCol="0">
            <a:spAutoFit/>
          </a:bodyPr>
          <a:lstStyle/>
          <a:p>
            <a:pPr marL="11430" algn="ctr">
              <a:lnSpc>
                <a:spcPts val="655"/>
              </a:lnSpc>
            </a:pPr>
            <a:r>
              <a:rPr sz="800" spc="-50" dirty="0">
                <a:latin typeface="Arial MT"/>
                <a:cs typeface="Arial MT"/>
              </a:rPr>
              <a:t>4</a:t>
            </a:r>
            <a:endParaRPr sz="800">
              <a:latin typeface="Arial MT"/>
              <a:cs typeface="Arial MT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3044752" y="2079599"/>
            <a:ext cx="1537335" cy="293370"/>
            <a:chOff x="3044752" y="2079599"/>
            <a:chExt cx="1537335" cy="293370"/>
          </a:xfrm>
        </p:grpSpPr>
        <p:sp>
          <p:nvSpPr>
            <p:cNvPr id="26" name="object 26"/>
            <p:cNvSpPr/>
            <p:nvPr/>
          </p:nvSpPr>
          <p:spPr>
            <a:xfrm>
              <a:off x="3047282" y="2082129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>
                  <a:moveTo>
                    <a:pt x="288004" y="0"/>
                  </a:moveTo>
                  <a:lnTo>
                    <a:pt x="0" y="0"/>
                  </a:lnTo>
                  <a:lnTo>
                    <a:pt x="0" y="288004"/>
                  </a:lnTo>
                  <a:lnTo>
                    <a:pt x="288004" y="288004"/>
                  </a:lnTo>
                  <a:lnTo>
                    <a:pt x="288004" y="0"/>
                  </a:lnTo>
                  <a:close/>
                </a:path>
              </a:pathLst>
            </a:custGeom>
            <a:solidFill>
              <a:srgbClr val="99D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3047282" y="2082129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>
                  <a:moveTo>
                    <a:pt x="0" y="288004"/>
                  </a:moveTo>
                  <a:lnTo>
                    <a:pt x="288004" y="288004"/>
                  </a:lnTo>
                  <a:lnTo>
                    <a:pt x="288004" y="0"/>
                  </a:lnTo>
                  <a:lnTo>
                    <a:pt x="0" y="0"/>
                  </a:lnTo>
                  <a:lnTo>
                    <a:pt x="0" y="288004"/>
                  </a:lnTo>
                  <a:close/>
                </a:path>
              </a:pathLst>
            </a:custGeom>
            <a:ln w="5060">
              <a:solidFill>
                <a:srgbClr val="005B5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3358349" y="2082129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>
                  <a:moveTo>
                    <a:pt x="288004" y="0"/>
                  </a:moveTo>
                  <a:lnTo>
                    <a:pt x="0" y="0"/>
                  </a:lnTo>
                  <a:lnTo>
                    <a:pt x="0" y="288004"/>
                  </a:lnTo>
                  <a:lnTo>
                    <a:pt x="288004" y="288004"/>
                  </a:lnTo>
                  <a:lnTo>
                    <a:pt x="288004" y="0"/>
                  </a:lnTo>
                  <a:close/>
                </a:path>
              </a:pathLst>
            </a:custGeom>
            <a:solidFill>
              <a:srgbClr val="99D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3358349" y="2082129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>
                  <a:moveTo>
                    <a:pt x="0" y="288004"/>
                  </a:moveTo>
                  <a:lnTo>
                    <a:pt x="288004" y="288004"/>
                  </a:lnTo>
                  <a:lnTo>
                    <a:pt x="288004" y="0"/>
                  </a:lnTo>
                  <a:lnTo>
                    <a:pt x="0" y="0"/>
                  </a:lnTo>
                  <a:lnTo>
                    <a:pt x="0" y="288004"/>
                  </a:lnTo>
                  <a:close/>
                </a:path>
              </a:pathLst>
            </a:custGeom>
            <a:ln w="5060">
              <a:solidFill>
                <a:srgbClr val="005B5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3669416" y="2082129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>
                  <a:moveTo>
                    <a:pt x="288004" y="0"/>
                  </a:moveTo>
                  <a:lnTo>
                    <a:pt x="0" y="0"/>
                  </a:lnTo>
                  <a:lnTo>
                    <a:pt x="0" y="288004"/>
                  </a:lnTo>
                  <a:lnTo>
                    <a:pt x="288004" y="288004"/>
                  </a:lnTo>
                  <a:lnTo>
                    <a:pt x="288004" y="0"/>
                  </a:lnTo>
                  <a:close/>
                </a:path>
              </a:pathLst>
            </a:custGeom>
            <a:solidFill>
              <a:srgbClr val="99D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3669416" y="2082129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>
                  <a:moveTo>
                    <a:pt x="0" y="288004"/>
                  </a:moveTo>
                  <a:lnTo>
                    <a:pt x="288004" y="288004"/>
                  </a:lnTo>
                  <a:lnTo>
                    <a:pt x="288004" y="0"/>
                  </a:lnTo>
                  <a:lnTo>
                    <a:pt x="0" y="0"/>
                  </a:lnTo>
                  <a:lnTo>
                    <a:pt x="0" y="288004"/>
                  </a:lnTo>
                  <a:close/>
                </a:path>
              </a:pathLst>
            </a:custGeom>
            <a:ln w="5060">
              <a:solidFill>
                <a:srgbClr val="005B5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3980482" y="2082129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>
                  <a:moveTo>
                    <a:pt x="288004" y="0"/>
                  </a:moveTo>
                  <a:lnTo>
                    <a:pt x="0" y="0"/>
                  </a:lnTo>
                  <a:lnTo>
                    <a:pt x="0" y="288004"/>
                  </a:lnTo>
                  <a:lnTo>
                    <a:pt x="288004" y="288004"/>
                  </a:lnTo>
                  <a:lnTo>
                    <a:pt x="288004" y="0"/>
                  </a:lnTo>
                  <a:close/>
                </a:path>
              </a:pathLst>
            </a:custGeom>
            <a:solidFill>
              <a:srgbClr val="99D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3980482" y="2082129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>
                  <a:moveTo>
                    <a:pt x="0" y="288004"/>
                  </a:moveTo>
                  <a:lnTo>
                    <a:pt x="288004" y="288004"/>
                  </a:lnTo>
                  <a:lnTo>
                    <a:pt x="288004" y="0"/>
                  </a:lnTo>
                  <a:lnTo>
                    <a:pt x="0" y="0"/>
                  </a:lnTo>
                  <a:lnTo>
                    <a:pt x="0" y="288004"/>
                  </a:lnTo>
                  <a:close/>
                </a:path>
              </a:pathLst>
            </a:custGeom>
            <a:ln w="5060">
              <a:solidFill>
                <a:srgbClr val="005B5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4291549" y="2082129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>
                  <a:moveTo>
                    <a:pt x="288004" y="0"/>
                  </a:moveTo>
                  <a:lnTo>
                    <a:pt x="0" y="0"/>
                  </a:lnTo>
                  <a:lnTo>
                    <a:pt x="0" y="288004"/>
                  </a:lnTo>
                  <a:lnTo>
                    <a:pt x="288004" y="288004"/>
                  </a:lnTo>
                  <a:lnTo>
                    <a:pt x="288004" y="0"/>
                  </a:lnTo>
                  <a:close/>
                </a:path>
              </a:pathLst>
            </a:custGeom>
            <a:solidFill>
              <a:srgbClr val="99D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4291549" y="2082129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>
                  <a:moveTo>
                    <a:pt x="0" y="288004"/>
                  </a:moveTo>
                  <a:lnTo>
                    <a:pt x="288004" y="288004"/>
                  </a:lnTo>
                  <a:lnTo>
                    <a:pt x="288004" y="0"/>
                  </a:lnTo>
                  <a:lnTo>
                    <a:pt x="0" y="0"/>
                  </a:lnTo>
                  <a:lnTo>
                    <a:pt x="0" y="288004"/>
                  </a:lnTo>
                  <a:close/>
                </a:path>
              </a:pathLst>
            </a:custGeom>
            <a:ln w="5060">
              <a:solidFill>
                <a:srgbClr val="005B5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36" name="object 36"/>
          <p:cNvGraphicFramePr>
            <a:graphicFrameLocks noGrp="1"/>
          </p:cNvGraphicFramePr>
          <p:nvPr/>
        </p:nvGraphicFramePr>
        <p:xfrm>
          <a:off x="3044752" y="2079599"/>
          <a:ext cx="1613535" cy="3949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9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1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114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1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971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07340">
                <a:tc>
                  <a:txBody>
                    <a:bodyPr/>
                    <a:lstStyle/>
                    <a:p>
                      <a:pPr marR="3810"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3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20955" marB="0">
                    <a:lnB w="6350">
                      <a:solidFill>
                        <a:srgbClr val="8F9E8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400" spc="-25" dirty="0">
                          <a:latin typeface="Arial MT"/>
                          <a:cs typeface="Arial MT"/>
                        </a:rPr>
                        <a:t>15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20955" marB="0">
                    <a:lnB w="6350">
                      <a:solidFill>
                        <a:srgbClr val="8F9E8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400" spc="-25" dirty="0">
                          <a:latin typeface="Arial MT"/>
                          <a:cs typeface="Arial MT"/>
                        </a:rPr>
                        <a:t>21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20955" marB="0">
                    <a:lnB w="6350">
                      <a:solidFill>
                        <a:srgbClr val="8F9E8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9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20955" marB="0">
                    <a:lnB w="6350">
                      <a:solidFill>
                        <a:srgbClr val="8F9E8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400" spc="-25" dirty="0">
                          <a:latin typeface="Arial MT"/>
                          <a:cs typeface="Arial MT"/>
                        </a:rPr>
                        <a:t>24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20955" marB="0">
                    <a:lnB w="6350">
                      <a:solidFill>
                        <a:srgbClr val="8F9E8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7630">
                <a:tc>
                  <a:txBody>
                    <a:bodyPr/>
                    <a:lstStyle/>
                    <a:p>
                      <a:pPr marR="3810" algn="ctr">
                        <a:lnSpc>
                          <a:spcPts val="595"/>
                        </a:lnSpc>
                      </a:pPr>
                      <a:r>
                        <a:rPr sz="800" spc="-50" dirty="0">
                          <a:latin typeface="Arial MT"/>
                          <a:cs typeface="Arial MT"/>
                        </a:rPr>
                        <a:t>0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6350">
                      <a:solidFill>
                        <a:srgbClr val="8F9E80"/>
                      </a:solidFill>
                      <a:prstDash val="solid"/>
                    </a:lnL>
                    <a:lnR w="6350">
                      <a:solidFill>
                        <a:srgbClr val="8F9E80"/>
                      </a:solidFill>
                      <a:prstDash val="solid"/>
                    </a:lnR>
                    <a:lnT w="6350">
                      <a:solidFill>
                        <a:srgbClr val="8F9E80"/>
                      </a:solidFill>
                      <a:prstDash val="solid"/>
                    </a:lnT>
                    <a:lnB w="6350">
                      <a:solidFill>
                        <a:srgbClr val="8F9E80"/>
                      </a:solidFill>
                      <a:prstDash val="solid"/>
                    </a:lnB>
                    <a:solidFill>
                      <a:srgbClr val="CCE2B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95"/>
                        </a:lnSpc>
                      </a:pPr>
                      <a:r>
                        <a:rPr sz="800" spc="-50" dirty="0">
                          <a:latin typeface="Arial MT"/>
                          <a:cs typeface="Arial MT"/>
                        </a:rPr>
                        <a:t>1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6350">
                      <a:solidFill>
                        <a:srgbClr val="8F9E80"/>
                      </a:solidFill>
                      <a:prstDash val="solid"/>
                    </a:lnL>
                    <a:lnR w="6350">
                      <a:solidFill>
                        <a:srgbClr val="8F9E80"/>
                      </a:solidFill>
                      <a:prstDash val="solid"/>
                    </a:lnR>
                    <a:lnT w="6350">
                      <a:solidFill>
                        <a:srgbClr val="8F9E80"/>
                      </a:solidFill>
                      <a:prstDash val="solid"/>
                    </a:lnT>
                    <a:lnB w="6350">
                      <a:solidFill>
                        <a:srgbClr val="8F9E80"/>
                      </a:solidFill>
                      <a:prstDash val="solid"/>
                    </a:lnB>
                    <a:solidFill>
                      <a:srgbClr val="CCE2B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95"/>
                        </a:lnSpc>
                      </a:pPr>
                      <a:r>
                        <a:rPr sz="800" spc="-50" dirty="0">
                          <a:latin typeface="Arial MT"/>
                          <a:cs typeface="Arial MT"/>
                        </a:rPr>
                        <a:t>2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6350">
                      <a:solidFill>
                        <a:srgbClr val="8F9E80"/>
                      </a:solidFill>
                      <a:prstDash val="solid"/>
                    </a:lnL>
                    <a:lnR w="6350">
                      <a:solidFill>
                        <a:srgbClr val="8F9E80"/>
                      </a:solidFill>
                      <a:prstDash val="solid"/>
                    </a:lnR>
                    <a:lnT w="6350">
                      <a:solidFill>
                        <a:srgbClr val="8F9E80"/>
                      </a:solidFill>
                      <a:prstDash val="solid"/>
                    </a:lnT>
                    <a:lnB w="6350">
                      <a:solidFill>
                        <a:srgbClr val="8F9E80"/>
                      </a:solidFill>
                      <a:prstDash val="solid"/>
                    </a:lnB>
                    <a:solidFill>
                      <a:srgbClr val="CCE2B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95"/>
                        </a:lnSpc>
                      </a:pPr>
                      <a:r>
                        <a:rPr sz="800" spc="-50" dirty="0">
                          <a:latin typeface="Arial MT"/>
                          <a:cs typeface="Arial MT"/>
                        </a:rPr>
                        <a:t>3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6350">
                      <a:solidFill>
                        <a:srgbClr val="8F9E80"/>
                      </a:solidFill>
                      <a:prstDash val="solid"/>
                    </a:lnL>
                    <a:lnR w="6350">
                      <a:solidFill>
                        <a:srgbClr val="8F9E80"/>
                      </a:solidFill>
                      <a:prstDash val="solid"/>
                    </a:lnR>
                    <a:lnT w="6350">
                      <a:solidFill>
                        <a:srgbClr val="8F9E80"/>
                      </a:solidFill>
                      <a:prstDash val="solid"/>
                    </a:lnT>
                    <a:lnB w="6350">
                      <a:solidFill>
                        <a:srgbClr val="8F9E80"/>
                      </a:solidFill>
                      <a:prstDash val="solid"/>
                    </a:lnB>
                    <a:solidFill>
                      <a:srgbClr val="CCE2B8"/>
                    </a:solidFill>
                  </a:tcPr>
                </a:tc>
                <a:tc>
                  <a:txBody>
                    <a:bodyPr/>
                    <a:lstStyle/>
                    <a:p>
                      <a:pPr marL="11430" algn="ctr">
                        <a:lnSpc>
                          <a:spcPts val="595"/>
                        </a:lnSpc>
                      </a:pPr>
                      <a:r>
                        <a:rPr sz="800" spc="-50" dirty="0">
                          <a:latin typeface="Arial MT"/>
                          <a:cs typeface="Arial MT"/>
                        </a:rPr>
                        <a:t>4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6350">
                      <a:solidFill>
                        <a:srgbClr val="8F9E80"/>
                      </a:solidFill>
                      <a:prstDash val="solid"/>
                    </a:lnL>
                    <a:lnR w="6350">
                      <a:solidFill>
                        <a:srgbClr val="8F9E80"/>
                      </a:solidFill>
                      <a:prstDash val="solid"/>
                    </a:lnR>
                    <a:lnT w="6350">
                      <a:solidFill>
                        <a:srgbClr val="8F9E80"/>
                      </a:solidFill>
                      <a:prstDash val="solid"/>
                    </a:lnT>
                    <a:lnB w="6350">
                      <a:solidFill>
                        <a:srgbClr val="8F9E80"/>
                      </a:solidFill>
                      <a:prstDash val="solid"/>
                    </a:lnB>
                    <a:solidFill>
                      <a:srgbClr val="CCE2B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7" name="object 37"/>
          <p:cNvSpPr/>
          <p:nvPr/>
        </p:nvSpPr>
        <p:spPr>
          <a:xfrm>
            <a:off x="568618" y="2501514"/>
            <a:ext cx="588645" cy="441959"/>
          </a:xfrm>
          <a:custGeom>
            <a:avLst/>
            <a:gdLst/>
            <a:ahLst/>
            <a:cxnLst/>
            <a:rect l="l" t="t" r="r" b="b"/>
            <a:pathLst>
              <a:path w="588644" h="441960">
                <a:moveTo>
                  <a:pt x="397032" y="236231"/>
                </a:moveTo>
                <a:lnTo>
                  <a:pt x="577110" y="17994"/>
                </a:lnTo>
                <a:lnTo>
                  <a:pt x="586619" y="5378"/>
                </a:lnTo>
                <a:lnTo>
                  <a:pt x="588597" y="0"/>
                </a:lnTo>
                <a:lnTo>
                  <a:pt x="583250" y="2060"/>
                </a:lnTo>
                <a:lnTo>
                  <a:pt x="570779" y="11760"/>
                </a:lnTo>
                <a:lnTo>
                  <a:pt x="307031" y="236231"/>
                </a:lnTo>
                <a:lnTo>
                  <a:pt x="50610" y="236231"/>
                </a:lnTo>
                <a:lnTo>
                  <a:pt x="30910" y="240208"/>
                </a:lnTo>
                <a:lnTo>
                  <a:pt x="14823" y="251054"/>
                </a:lnTo>
                <a:lnTo>
                  <a:pt x="3977" y="267142"/>
                </a:lnTo>
                <a:lnTo>
                  <a:pt x="0" y="286842"/>
                </a:lnTo>
                <a:lnTo>
                  <a:pt x="0" y="391086"/>
                </a:lnTo>
                <a:lnTo>
                  <a:pt x="3977" y="410787"/>
                </a:lnTo>
                <a:lnTo>
                  <a:pt x="14823" y="426874"/>
                </a:lnTo>
                <a:lnTo>
                  <a:pt x="30910" y="437720"/>
                </a:lnTo>
                <a:lnTo>
                  <a:pt x="50610" y="441697"/>
                </a:lnTo>
                <a:lnTo>
                  <a:pt x="448018" y="441697"/>
                </a:lnTo>
                <a:lnTo>
                  <a:pt x="467719" y="437720"/>
                </a:lnTo>
                <a:lnTo>
                  <a:pt x="483806" y="426874"/>
                </a:lnTo>
                <a:lnTo>
                  <a:pt x="494652" y="410787"/>
                </a:lnTo>
                <a:lnTo>
                  <a:pt x="498629" y="391086"/>
                </a:lnTo>
                <a:lnTo>
                  <a:pt x="498629" y="286842"/>
                </a:lnTo>
                <a:lnTo>
                  <a:pt x="494652" y="267142"/>
                </a:lnTo>
                <a:lnTo>
                  <a:pt x="483806" y="251054"/>
                </a:lnTo>
                <a:lnTo>
                  <a:pt x="467719" y="240208"/>
                </a:lnTo>
                <a:lnTo>
                  <a:pt x="448018" y="236231"/>
                </a:lnTo>
                <a:lnTo>
                  <a:pt x="397032" y="236231"/>
                </a:lnTo>
                <a:close/>
              </a:path>
            </a:pathLst>
          </a:custGeom>
          <a:ln w="50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 txBox="1"/>
          <p:nvPr/>
        </p:nvSpPr>
        <p:spPr>
          <a:xfrm>
            <a:off x="616648" y="2742379"/>
            <a:ext cx="40259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25" dirty="0">
                <a:latin typeface="Arial MT"/>
                <a:cs typeface="Arial MT"/>
              </a:rPr>
              <a:t>vetor</a:t>
            </a:r>
            <a:r>
              <a:rPr sz="1000" spc="-45" dirty="0">
                <a:latin typeface="Arial MT"/>
                <a:cs typeface="Arial MT"/>
              </a:rPr>
              <a:t> </a:t>
            </a:r>
            <a:r>
              <a:rPr sz="1000" spc="-50" dirty="0">
                <a:latin typeface="Arial MT"/>
                <a:cs typeface="Arial MT"/>
              </a:rPr>
              <a:t>A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4602841" y="2501514"/>
            <a:ext cx="588010" cy="441959"/>
          </a:xfrm>
          <a:custGeom>
            <a:avLst/>
            <a:gdLst/>
            <a:ahLst/>
            <a:cxnLst/>
            <a:rect l="l" t="t" r="r" b="b"/>
            <a:pathLst>
              <a:path w="588010" h="441960">
                <a:moveTo>
                  <a:pt x="281565" y="236231"/>
                </a:moveTo>
                <a:lnTo>
                  <a:pt x="17817" y="11760"/>
                </a:lnTo>
                <a:lnTo>
                  <a:pt x="5347" y="2060"/>
                </a:lnTo>
                <a:lnTo>
                  <a:pt x="0" y="0"/>
                </a:lnTo>
                <a:lnTo>
                  <a:pt x="1978" y="5378"/>
                </a:lnTo>
                <a:lnTo>
                  <a:pt x="11487" y="17994"/>
                </a:lnTo>
                <a:lnTo>
                  <a:pt x="191565" y="236231"/>
                </a:lnTo>
                <a:lnTo>
                  <a:pt x="141401" y="236231"/>
                </a:lnTo>
                <a:lnTo>
                  <a:pt x="121701" y="240208"/>
                </a:lnTo>
                <a:lnTo>
                  <a:pt x="105613" y="251054"/>
                </a:lnTo>
                <a:lnTo>
                  <a:pt x="94767" y="267142"/>
                </a:lnTo>
                <a:lnTo>
                  <a:pt x="90790" y="286842"/>
                </a:lnTo>
                <a:lnTo>
                  <a:pt x="90790" y="391086"/>
                </a:lnTo>
                <a:lnTo>
                  <a:pt x="94767" y="410787"/>
                </a:lnTo>
                <a:lnTo>
                  <a:pt x="105613" y="426874"/>
                </a:lnTo>
                <a:lnTo>
                  <a:pt x="121701" y="437720"/>
                </a:lnTo>
                <a:lnTo>
                  <a:pt x="141401" y="441697"/>
                </a:lnTo>
                <a:lnTo>
                  <a:pt x="537164" y="441697"/>
                </a:lnTo>
                <a:lnTo>
                  <a:pt x="556864" y="437720"/>
                </a:lnTo>
                <a:lnTo>
                  <a:pt x="572951" y="426874"/>
                </a:lnTo>
                <a:lnTo>
                  <a:pt x="583797" y="410787"/>
                </a:lnTo>
                <a:lnTo>
                  <a:pt x="587775" y="391086"/>
                </a:lnTo>
                <a:lnTo>
                  <a:pt x="587775" y="286842"/>
                </a:lnTo>
                <a:lnTo>
                  <a:pt x="583797" y="267142"/>
                </a:lnTo>
                <a:lnTo>
                  <a:pt x="572951" y="251054"/>
                </a:lnTo>
                <a:lnTo>
                  <a:pt x="556864" y="240208"/>
                </a:lnTo>
                <a:lnTo>
                  <a:pt x="537164" y="236231"/>
                </a:lnTo>
                <a:lnTo>
                  <a:pt x="281565" y="236231"/>
                </a:lnTo>
                <a:close/>
              </a:path>
            </a:pathLst>
          </a:custGeom>
          <a:ln w="50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 txBox="1"/>
          <p:nvPr/>
        </p:nvSpPr>
        <p:spPr>
          <a:xfrm>
            <a:off x="4741608" y="2742379"/>
            <a:ext cx="40132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25" dirty="0">
                <a:latin typeface="Arial MT"/>
                <a:cs typeface="Arial MT"/>
              </a:rPr>
              <a:t>vetor</a:t>
            </a:r>
            <a:r>
              <a:rPr sz="1000" spc="-45" dirty="0">
                <a:latin typeface="Arial MT"/>
                <a:cs typeface="Arial MT"/>
              </a:rPr>
              <a:t> </a:t>
            </a:r>
            <a:r>
              <a:rPr sz="1000" spc="-50" dirty="0">
                <a:latin typeface="Arial MT"/>
                <a:cs typeface="Arial MT"/>
              </a:rPr>
              <a:t>B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0" y="3202038"/>
            <a:ext cx="5760085" cy="38100"/>
          </a:xfrm>
          <a:custGeom>
            <a:avLst/>
            <a:gdLst/>
            <a:ahLst/>
            <a:cxnLst/>
            <a:rect l="l" t="t" r="r" b="b"/>
            <a:pathLst>
              <a:path w="5760085" h="38100">
                <a:moveTo>
                  <a:pt x="5759996" y="0"/>
                </a:moveTo>
                <a:lnTo>
                  <a:pt x="0" y="0"/>
                </a:lnTo>
                <a:lnTo>
                  <a:pt x="0" y="37960"/>
                </a:lnTo>
                <a:lnTo>
                  <a:pt x="5759996" y="37960"/>
                </a:lnTo>
                <a:lnTo>
                  <a:pt x="5759996" y="0"/>
                </a:lnTo>
                <a:close/>
              </a:path>
            </a:pathLst>
          </a:custGeom>
          <a:solidFill>
            <a:srgbClr val="00AC8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fld id="{81D60167-4931-47E6-BA6A-407CBD079E47}" type="slidenum">
              <a:rPr spc="-25" dirty="0"/>
              <a:t>27</a:t>
            </a:fld>
            <a:endParaRPr spc="-25" dirty="0"/>
          </a:p>
        </p:txBody>
      </p:sp>
    </p:spTree>
  </p:cSld>
  <p:clrMapOvr>
    <a:masterClrMapping/>
  </p:clrMapOvr>
  <p:transition>
    <p:cut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57785">
              <a:lnSpc>
                <a:spcPct val="100000"/>
              </a:lnSpc>
              <a:spcBef>
                <a:spcPts val="135"/>
              </a:spcBef>
            </a:pPr>
            <a:r>
              <a:rPr dirty="0"/>
              <a:t>Exercício</a:t>
            </a:r>
            <a:r>
              <a:rPr spc="345" dirty="0"/>
              <a:t> </a:t>
            </a:r>
            <a:r>
              <a:rPr spc="-60" dirty="0"/>
              <a:t>5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1292" y="463498"/>
            <a:ext cx="4262755" cy="1747520"/>
          </a:xfrm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pPr marL="166370" indent="-153670">
              <a:lnSpc>
                <a:spcPct val="100000"/>
              </a:lnSpc>
              <a:spcBef>
                <a:spcPts val="725"/>
              </a:spcBef>
              <a:buClr>
                <a:srgbClr val="00AC8C"/>
              </a:buClr>
              <a:buFont typeface="Arial MT"/>
              <a:buChar char="•"/>
              <a:tabLst>
                <a:tab pos="166370" algn="l"/>
              </a:tabLst>
            </a:pPr>
            <a:r>
              <a:rPr sz="1400" b="1" spc="-40" dirty="0">
                <a:latin typeface="Tahoma"/>
                <a:cs typeface="Tahoma"/>
              </a:rPr>
              <a:t>Leia </a:t>
            </a:r>
            <a:r>
              <a:rPr sz="1400" b="1" spc="-55" dirty="0">
                <a:latin typeface="Tahoma"/>
                <a:cs typeface="Tahoma"/>
              </a:rPr>
              <a:t>dois</a:t>
            </a:r>
            <a:r>
              <a:rPr sz="1400" b="1" spc="-40" dirty="0">
                <a:latin typeface="Tahoma"/>
                <a:cs typeface="Tahoma"/>
              </a:rPr>
              <a:t> </a:t>
            </a:r>
            <a:r>
              <a:rPr sz="1400" b="1" spc="-80" dirty="0">
                <a:latin typeface="Tahoma"/>
                <a:cs typeface="Tahoma"/>
              </a:rPr>
              <a:t>vetores</a:t>
            </a:r>
            <a:r>
              <a:rPr sz="1400" b="1" spc="-40" dirty="0">
                <a:latin typeface="Tahoma"/>
                <a:cs typeface="Tahoma"/>
              </a:rPr>
              <a:t> </a:t>
            </a:r>
            <a:r>
              <a:rPr sz="1400" b="1" dirty="0">
                <a:latin typeface="Tahoma"/>
                <a:cs typeface="Tahoma"/>
              </a:rPr>
              <a:t>A</a:t>
            </a:r>
            <a:r>
              <a:rPr sz="1400" b="1" spc="-35" dirty="0">
                <a:latin typeface="Tahoma"/>
                <a:cs typeface="Tahoma"/>
              </a:rPr>
              <a:t> </a:t>
            </a:r>
            <a:r>
              <a:rPr sz="1400" b="1" spc="-114" dirty="0">
                <a:latin typeface="Tahoma"/>
                <a:cs typeface="Tahoma"/>
              </a:rPr>
              <a:t>e</a:t>
            </a:r>
            <a:r>
              <a:rPr sz="1400" b="1" spc="-40" dirty="0">
                <a:latin typeface="Tahoma"/>
                <a:cs typeface="Tahoma"/>
              </a:rPr>
              <a:t> </a:t>
            </a:r>
            <a:r>
              <a:rPr sz="1400" b="1" dirty="0">
                <a:latin typeface="Tahoma"/>
                <a:cs typeface="Tahoma"/>
              </a:rPr>
              <a:t>B</a:t>
            </a:r>
            <a:r>
              <a:rPr sz="1400" b="1" spc="-40" dirty="0">
                <a:latin typeface="Tahoma"/>
                <a:cs typeface="Tahoma"/>
              </a:rPr>
              <a:t> </a:t>
            </a:r>
            <a:r>
              <a:rPr sz="1400" b="1" spc="-70" dirty="0">
                <a:latin typeface="Tahoma"/>
                <a:cs typeface="Tahoma"/>
              </a:rPr>
              <a:t>de</a:t>
            </a:r>
            <a:r>
              <a:rPr sz="1400" b="1" spc="-35" dirty="0">
                <a:latin typeface="Tahoma"/>
                <a:cs typeface="Tahoma"/>
              </a:rPr>
              <a:t> </a:t>
            </a:r>
            <a:r>
              <a:rPr sz="1400" b="1" spc="-90" dirty="0">
                <a:latin typeface="Tahoma"/>
                <a:cs typeface="Tahoma"/>
              </a:rPr>
              <a:t>mesmo</a:t>
            </a:r>
            <a:r>
              <a:rPr sz="1400" b="1" spc="-40" dirty="0">
                <a:latin typeface="Tahoma"/>
                <a:cs typeface="Tahoma"/>
              </a:rPr>
              <a:t> </a:t>
            </a:r>
            <a:r>
              <a:rPr sz="1400" b="1" spc="-10" dirty="0">
                <a:latin typeface="Tahoma"/>
                <a:cs typeface="Tahoma"/>
              </a:rPr>
              <a:t>tamanho.</a:t>
            </a:r>
            <a:endParaRPr sz="1400">
              <a:latin typeface="Tahoma"/>
              <a:cs typeface="Tahoma"/>
            </a:endParaRPr>
          </a:p>
          <a:p>
            <a:pPr marL="313690" lvl="1" indent="-157480">
              <a:lnSpc>
                <a:spcPct val="100000"/>
              </a:lnSpc>
              <a:spcBef>
                <a:spcPts val="500"/>
              </a:spcBef>
              <a:buClr>
                <a:srgbClr val="00AC8C"/>
              </a:buClr>
              <a:buChar char="–"/>
              <a:tabLst>
                <a:tab pos="313690" algn="l"/>
              </a:tabLst>
            </a:pPr>
            <a:r>
              <a:rPr sz="1200" spc="-40" dirty="0">
                <a:latin typeface="Arial MT"/>
                <a:cs typeface="Arial MT"/>
              </a:rPr>
              <a:t>construa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spc="-70" dirty="0">
                <a:latin typeface="Arial MT"/>
                <a:cs typeface="Arial MT"/>
              </a:rPr>
              <a:t>o</a:t>
            </a:r>
            <a:r>
              <a:rPr sz="1200" spc="-30" dirty="0">
                <a:latin typeface="Arial MT"/>
                <a:cs typeface="Arial MT"/>
              </a:rPr>
              <a:t> vetor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spc="-70" dirty="0">
                <a:latin typeface="Arial MT"/>
                <a:cs typeface="Arial MT"/>
              </a:rPr>
              <a:t>C,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spc="-85" dirty="0">
                <a:latin typeface="Arial MT"/>
                <a:cs typeface="Arial MT"/>
              </a:rPr>
              <a:t>de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spc="-85" dirty="0">
                <a:latin typeface="Arial MT"/>
                <a:cs typeface="Arial MT"/>
              </a:rPr>
              <a:t>mesmo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tamanho,</a:t>
            </a:r>
            <a:endParaRPr sz="1200">
              <a:latin typeface="Arial MT"/>
              <a:cs typeface="Arial MT"/>
            </a:endParaRPr>
          </a:p>
          <a:p>
            <a:pPr marL="313690" lvl="1" indent="-157480">
              <a:lnSpc>
                <a:spcPct val="100000"/>
              </a:lnSpc>
              <a:spcBef>
                <a:spcPts val="535"/>
              </a:spcBef>
              <a:buClr>
                <a:srgbClr val="00AC8C"/>
              </a:buClr>
              <a:buChar char="–"/>
              <a:tabLst>
                <a:tab pos="313690" algn="l"/>
              </a:tabLst>
            </a:pPr>
            <a:r>
              <a:rPr sz="1200" spc="-30" dirty="0">
                <a:latin typeface="Arial MT"/>
                <a:cs typeface="Arial MT"/>
              </a:rPr>
              <a:t>cujo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spc="-65" dirty="0">
                <a:latin typeface="Arial MT"/>
                <a:cs typeface="Arial MT"/>
              </a:rPr>
              <a:t>elementos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spc="-85" dirty="0">
                <a:latin typeface="Arial MT"/>
                <a:cs typeface="Arial MT"/>
              </a:rPr>
              <a:t>de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spc="-70" dirty="0">
                <a:latin typeface="Arial MT"/>
                <a:cs typeface="Arial MT"/>
              </a:rPr>
              <a:t>C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spc="-105" dirty="0">
                <a:latin typeface="Arial MT"/>
                <a:cs typeface="Arial MT"/>
              </a:rPr>
              <a:t>são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spc="-100" dirty="0">
                <a:latin typeface="Arial MT"/>
                <a:cs typeface="Arial MT"/>
              </a:rPr>
              <a:t>a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spc="-55" dirty="0">
                <a:latin typeface="Arial MT"/>
                <a:cs typeface="Arial MT"/>
              </a:rPr>
              <a:t>subtração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spc="-85" dirty="0">
                <a:latin typeface="Arial MT"/>
                <a:cs typeface="Arial MT"/>
              </a:rPr>
              <a:t>dos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spc="-65" dirty="0">
                <a:latin typeface="Arial MT"/>
                <a:cs typeface="Arial MT"/>
              </a:rPr>
              <a:t>elementos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spc="-85" dirty="0">
                <a:latin typeface="Arial MT"/>
                <a:cs typeface="Arial MT"/>
              </a:rPr>
              <a:t>de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spc="-60" dirty="0">
                <a:latin typeface="Arial MT"/>
                <a:cs typeface="Arial MT"/>
              </a:rPr>
              <a:t>A</a:t>
            </a:r>
            <a:r>
              <a:rPr sz="1200" spc="-20" dirty="0">
                <a:latin typeface="Arial MT"/>
                <a:cs typeface="Arial MT"/>
              </a:rPr>
              <a:t> por</a:t>
            </a:r>
            <a:r>
              <a:rPr sz="1200" spc="-25" dirty="0">
                <a:latin typeface="Arial MT"/>
                <a:cs typeface="Arial MT"/>
              </a:rPr>
              <a:t> B.</a:t>
            </a:r>
            <a:endParaRPr sz="1200">
              <a:latin typeface="Arial MT"/>
              <a:cs typeface="Arial MT"/>
            </a:endParaRPr>
          </a:p>
          <a:p>
            <a:pPr marL="313690" lvl="1" indent="-157480">
              <a:lnSpc>
                <a:spcPct val="100000"/>
              </a:lnSpc>
              <a:spcBef>
                <a:spcPts val="540"/>
              </a:spcBef>
              <a:buClr>
                <a:srgbClr val="00AC8C"/>
              </a:buClr>
              <a:buChar char="–"/>
              <a:tabLst>
                <a:tab pos="313690" algn="l"/>
              </a:tabLst>
            </a:pPr>
            <a:r>
              <a:rPr sz="1200" spc="-55" dirty="0">
                <a:latin typeface="Arial MT"/>
                <a:cs typeface="Arial MT"/>
              </a:rPr>
              <a:t>mostre</a:t>
            </a:r>
            <a:r>
              <a:rPr sz="1200" spc="5" dirty="0">
                <a:latin typeface="Arial MT"/>
                <a:cs typeface="Arial MT"/>
              </a:rPr>
              <a:t> </a:t>
            </a:r>
            <a:r>
              <a:rPr sz="1200" spc="-25" dirty="0">
                <a:latin typeface="Arial MT"/>
                <a:cs typeface="Arial MT"/>
              </a:rPr>
              <a:t>C.</a:t>
            </a:r>
            <a:endParaRPr sz="1200">
              <a:latin typeface="Arial MT"/>
              <a:cs typeface="Arial MT"/>
            </a:endParaRPr>
          </a:p>
          <a:p>
            <a:pPr marL="166370" indent="-153670">
              <a:lnSpc>
                <a:spcPct val="100000"/>
              </a:lnSpc>
              <a:spcBef>
                <a:spcPts val="620"/>
              </a:spcBef>
              <a:buClr>
                <a:srgbClr val="00AC8C"/>
              </a:buClr>
              <a:buFont typeface="Arial MT"/>
              <a:buChar char="•"/>
              <a:tabLst>
                <a:tab pos="166370" algn="l"/>
              </a:tabLst>
            </a:pPr>
            <a:r>
              <a:rPr sz="1400" b="1" spc="-10" dirty="0">
                <a:latin typeface="Tahoma"/>
                <a:cs typeface="Tahoma"/>
              </a:rPr>
              <a:t>Exemplo:</a:t>
            </a:r>
            <a:endParaRPr sz="1400">
              <a:latin typeface="Tahoma"/>
              <a:cs typeface="Tahoma"/>
            </a:endParaRPr>
          </a:p>
          <a:p>
            <a:pPr marL="822960">
              <a:lnSpc>
                <a:spcPct val="100000"/>
              </a:lnSpc>
              <a:spcBef>
                <a:spcPts val="1370"/>
              </a:spcBef>
              <a:tabLst>
                <a:tab pos="2548890" algn="l"/>
              </a:tabLst>
            </a:pPr>
            <a:r>
              <a:rPr sz="1400" spc="-20" dirty="0">
                <a:latin typeface="Arial MT"/>
                <a:cs typeface="Arial MT"/>
              </a:rPr>
              <a:t>vetor</a:t>
            </a:r>
            <a:r>
              <a:rPr sz="1400" spc="-40" dirty="0">
                <a:latin typeface="Arial MT"/>
                <a:cs typeface="Arial MT"/>
              </a:rPr>
              <a:t> </a:t>
            </a:r>
            <a:r>
              <a:rPr sz="1400" spc="-50" dirty="0">
                <a:latin typeface="Arial MT"/>
                <a:cs typeface="Arial MT"/>
              </a:rPr>
              <a:t>A</a:t>
            </a:r>
            <a:r>
              <a:rPr sz="1400" dirty="0">
                <a:latin typeface="Arial MT"/>
                <a:cs typeface="Arial MT"/>
              </a:rPr>
              <a:t>	</a:t>
            </a:r>
            <a:r>
              <a:rPr sz="1400" spc="-20" dirty="0">
                <a:latin typeface="Arial MT"/>
                <a:cs typeface="Arial MT"/>
              </a:rPr>
              <a:t>vetor</a:t>
            </a:r>
            <a:r>
              <a:rPr sz="1400" spc="-40" dirty="0">
                <a:latin typeface="Arial MT"/>
                <a:cs typeface="Arial MT"/>
              </a:rPr>
              <a:t> </a:t>
            </a:r>
            <a:r>
              <a:rPr sz="1400" spc="-50" dirty="0">
                <a:latin typeface="Arial MT"/>
                <a:cs typeface="Arial MT"/>
              </a:rPr>
              <a:t>B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57495" y="2334056"/>
            <a:ext cx="1537335" cy="293370"/>
            <a:chOff x="457495" y="2334056"/>
            <a:chExt cx="1537335" cy="293370"/>
          </a:xfrm>
        </p:grpSpPr>
        <p:sp>
          <p:nvSpPr>
            <p:cNvPr id="5" name="object 5"/>
            <p:cNvSpPr/>
            <p:nvPr/>
          </p:nvSpPr>
          <p:spPr>
            <a:xfrm>
              <a:off x="460026" y="2336587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90" h="288289">
                  <a:moveTo>
                    <a:pt x="288004" y="0"/>
                  </a:moveTo>
                  <a:lnTo>
                    <a:pt x="0" y="0"/>
                  </a:lnTo>
                  <a:lnTo>
                    <a:pt x="0" y="288004"/>
                  </a:lnTo>
                  <a:lnTo>
                    <a:pt x="288004" y="288004"/>
                  </a:lnTo>
                  <a:lnTo>
                    <a:pt x="288004" y="0"/>
                  </a:lnTo>
                  <a:close/>
                </a:path>
              </a:pathLst>
            </a:custGeom>
            <a:solidFill>
              <a:srgbClr val="99D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60026" y="2336587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90" h="288289">
                  <a:moveTo>
                    <a:pt x="0" y="288004"/>
                  </a:moveTo>
                  <a:lnTo>
                    <a:pt x="288004" y="288004"/>
                  </a:lnTo>
                  <a:lnTo>
                    <a:pt x="288004" y="0"/>
                  </a:lnTo>
                  <a:lnTo>
                    <a:pt x="0" y="0"/>
                  </a:lnTo>
                  <a:lnTo>
                    <a:pt x="0" y="288004"/>
                  </a:lnTo>
                  <a:close/>
                </a:path>
              </a:pathLst>
            </a:custGeom>
            <a:ln w="5060">
              <a:solidFill>
                <a:srgbClr val="005B5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71092" y="2336587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90" h="288289">
                  <a:moveTo>
                    <a:pt x="288004" y="0"/>
                  </a:moveTo>
                  <a:lnTo>
                    <a:pt x="0" y="0"/>
                  </a:lnTo>
                  <a:lnTo>
                    <a:pt x="0" y="288004"/>
                  </a:lnTo>
                  <a:lnTo>
                    <a:pt x="288004" y="288004"/>
                  </a:lnTo>
                  <a:lnTo>
                    <a:pt x="288004" y="0"/>
                  </a:lnTo>
                  <a:close/>
                </a:path>
              </a:pathLst>
            </a:custGeom>
            <a:solidFill>
              <a:srgbClr val="99D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71092" y="2336587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90" h="288289">
                  <a:moveTo>
                    <a:pt x="0" y="288004"/>
                  </a:moveTo>
                  <a:lnTo>
                    <a:pt x="288004" y="288004"/>
                  </a:lnTo>
                  <a:lnTo>
                    <a:pt x="288004" y="0"/>
                  </a:lnTo>
                  <a:lnTo>
                    <a:pt x="0" y="0"/>
                  </a:lnTo>
                  <a:lnTo>
                    <a:pt x="0" y="288004"/>
                  </a:lnTo>
                  <a:close/>
                </a:path>
              </a:pathLst>
            </a:custGeom>
            <a:ln w="5060">
              <a:solidFill>
                <a:srgbClr val="005B5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082159" y="2336587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90" h="288289">
                  <a:moveTo>
                    <a:pt x="288004" y="0"/>
                  </a:moveTo>
                  <a:lnTo>
                    <a:pt x="0" y="0"/>
                  </a:lnTo>
                  <a:lnTo>
                    <a:pt x="0" y="288004"/>
                  </a:lnTo>
                  <a:lnTo>
                    <a:pt x="288004" y="288004"/>
                  </a:lnTo>
                  <a:lnTo>
                    <a:pt x="288004" y="0"/>
                  </a:lnTo>
                  <a:close/>
                </a:path>
              </a:pathLst>
            </a:custGeom>
            <a:solidFill>
              <a:srgbClr val="99D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082159" y="2336587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90" h="288289">
                  <a:moveTo>
                    <a:pt x="0" y="288004"/>
                  </a:moveTo>
                  <a:lnTo>
                    <a:pt x="288004" y="288004"/>
                  </a:lnTo>
                  <a:lnTo>
                    <a:pt x="288004" y="0"/>
                  </a:lnTo>
                  <a:lnTo>
                    <a:pt x="0" y="0"/>
                  </a:lnTo>
                  <a:lnTo>
                    <a:pt x="0" y="288004"/>
                  </a:lnTo>
                  <a:close/>
                </a:path>
              </a:pathLst>
            </a:custGeom>
            <a:ln w="5060">
              <a:solidFill>
                <a:srgbClr val="005B5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393226" y="2336587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>
                  <a:moveTo>
                    <a:pt x="288004" y="0"/>
                  </a:moveTo>
                  <a:lnTo>
                    <a:pt x="0" y="0"/>
                  </a:lnTo>
                  <a:lnTo>
                    <a:pt x="0" y="288004"/>
                  </a:lnTo>
                  <a:lnTo>
                    <a:pt x="288004" y="288004"/>
                  </a:lnTo>
                  <a:lnTo>
                    <a:pt x="288004" y="0"/>
                  </a:lnTo>
                  <a:close/>
                </a:path>
              </a:pathLst>
            </a:custGeom>
            <a:solidFill>
              <a:srgbClr val="99D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393226" y="2336587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>
                  <a:moveTo>
                    <a:pt x="0" y="288004"/>
                  </a:moveTo>
                  <a:lnTo>
                    <a:pt x="288004" y="288004"/>
                  </a:lnTo>
                  <a:lnTo>
                    <a:pt x="288004" y="0"/>
                  </a:lnTo>
                  <a:lnTo>
                    <a:pt x="0" y="0"/>
                  </a:lnTo>
                  <a:lnTo>
                    <a:pt x="0" y="288004"/>
                  </a:lnTo>
                  <a:close/>
                </a:path>
              </a:pathLst>
            </a:custGeom>
            <a:ln w="5060">
              <a:solidFill>
                <a:srgbClr val="005B5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704293" y="2336587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>
                  <a:moveTo>
                    <a:pt x="288004" y="0"/>
                  </a:moveTo>
                  <a:lnTo>
                    <a:pt x="0" y="0"/>
                  </a:lnTo>
                  <a:lnTo>
                    <a:pt x="0" y="288004"/>
                  </a:lnTo>
                  <a:lnTo>
                    <a:pt x="288004" y="288004"/>
                  </a:lnTo>
                  <a:lnTo>
                    <a:pt x="288004" y="0"/>
                  </a:lnTo>
                  <a:close/>
                </a:path>
              </a:pathLst>
            </a:custGeom>
            <a:solidFill>
              <a:srgbClr val="99D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704293" y="2336587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>
                  <a:moveTo>
                    <a:pt x="0" y="288004"/>
                  </a:moveTo>
                  <a:lnTo>
                    <a:pt x="288004" y="288004"/>
                  </a:lnTo>
                  <a:lnTo>
                    <a:pt x="288004" y="0"/>
                  </a:lnTo>
                  <a:lnTo>
                    <a:pt x="0" y="0"/>
                  </a:lnTo>
                  <a:lnTo>
                    <a:pt x="0" y="288004"/>
                  </a:lnTo>
                  <a:close/>
                </a:path>
              </a:pathLst>
            </a:custGeom>
            <a:ln w="5060">
              <a:solidFill>
                <a:srgbClr val="005B5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15" name="object 15"/>
          <p:cNvGraphicFramePr>
            <a:graphicFrameLocks noGrp="1"/>
          </p:cNvGraphicFramePr>
          <p:nvPr/>
        </p:nvGraphicFramePr>
        <p:xfrm>
          <a:off x="457495" y="2334056"/>
          <a:ext cx="1613535" cy="3949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9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1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114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1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971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07340">
                <a:tc>
                  <a:txBody>
                    <a:bodyPr/>
                    <a:lstStyle/>
                    <a:p>
                      <a:pPr marR="3810"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400" spc="-25" dirty="0">
                          <a:latin typeface="Arial MT"/>
                          <a:cs typeface="Arial MT"/>
                        </a:rPr>
                        <a:t>10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20955" marB="0">
                    <a:lnB w="6350">
                      <a:solidFill>
                        <a:srgbClr val="8F9E8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5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20955" marB="0">
                    <a:lnB w="6350">
                      <a:solidFill>
                        <a:srgbClr val="8F9E8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400" spc="-25" dirty="0">
                          <a:latin typeface="Arial MT"/>
                          <a:cs typeface="Arial MT"/>
                        </a:rPr>
                        <a:t>20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20955" marB="0">
                    <a:lnB w="6350">
                      <a:solidFill>
                        <a:srgbClr val="8F9E8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400" spc="-25" dirty="0">
                          <a:latin typeface="Arial MT"/>
                          <a:cs typeface="Arial MT"/>
                        </a:rPr>
                        <a:t>29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20955" marB="0">
                    <a:lnB w="6350">
                      <a:solidFill>
                        <a:srgbClr val="8F9E8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400" spc="-25" dirty="0">
                          <a:latin typeface="Arial MT"/>
                          <a:cs typeface="Arial MT"/>
                        </a:rPr>
                        <a:t>34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20955" marB="0">
                    <a:lnB w="6350">
                      <a:solidFill>
                        <a:srgbClr val="8F9E8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7630">
                <a:tc>
                  <a:txBody>
                    <a:bodyPr/>
                    <a:lstStyle/>
                    <a:p>
                      <a:pPr marR="3810" algn="ctr">
                        <a:lnSpc>
                          <a:spcPts val="595"/>
                        </a:lnSpc>
                      </a:pPr>
                      <a:r>
                        <a:rPr sz="800" spc="-50" dirty="0">
                          <a:latin typeface="Arial MT"/>
                          <a:cs typeface="Arial MT"/>
                        </a:rPr>
                        <a:t>0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6350">
                      <a:solidFill>
                        <a:srgbClr val="8F9E80"/>
                      </a:solidFill>
                      <a:prstDash val="solid"/>
                    </a:lnL>
                    <a:lnR w="6350">
                      <a:solidFill>
                        <a:srgbClr val="8F9E80"/>
                      </a:solidFill>
                      <a:prstDash val="solid"/>
                    </a:lnR>
                    <a:lnT w="6350">
                      <a:solidFill>
                        <a:srgbClr val="8F9E80"/>
                      </a:solidFill>
                      <a:prstDash val="solid"/>
                    </a:lnT>
                    <a:lnB w="6350">
                      <a:solidFill>
                        <a:srgbClr val="8F9E80"/>
                      </a:solidFill>
                      <a:prstDash val="solid"/>
                    </a:lnB>
                    <a:solidFill>
                      <a:srgbClr val="CCE2B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95"/>
                        </a:lnSpc>
                      </a:pPr>
                      <a:r>
                        <a:rPr sz="800" spc="-50" dirty="0">
                          <a:latin typeface="Arial MT"/>
                          <a:cs typeface="Arial MT"/>
                        </a:rPr>
                        <a:t>1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6350">
                      <a:solidFill>
                        <a:srgbClr val="8F9E80"/>
                      </a:solidFill>
                      <a:prstDash val="solid"/>
                    </a:lnL>
                    <a:lnR w="6350">
                      <a:solidFill>
                        <a:srgbClr val="8F9E80"/>
                      </a:solidFill>
                      <a:prstDash val="solid"/>
                    </a:lnR>
                    <a:lnT w="6350">
                      <a:solidFill>
                        <a:srgbClr val="8F9E80"/>
                      </a:solidFill>
                      <a:prstDash val="solid"/>
                    </a:lnT>
                    <a:lnB w="6350">
                      <a:solidFill>
                        <a:srgbClr val="8F9E80"/>
                      </a:solidFill>
                      <a:prstDash val="solid"/>
                    </a:lnB>
                    <a:solidFill>
                      <a:srgbClr val="CCE2B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95"/>
                        </a:lnSpc>
                      </a:pPr>
                      <a:r>
                        <a:rPr sz="800" spc="-50" dirty="0">
                          <a:latin typeface="Arial MT"/>
                          <a:cs typeface="Arial MT"/>
                        </a:rPr>
                        <a:t>2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6350">
                      <a:solidFill>
                        <a:srgbClr val="8F9E80"/>
                      </a:solidFill>
                      <a:prstDash val="solid"/>
                    </a:lnL>
                    <a:lnR w="6350">
                      <a:solidFill>
                        <a:srgbClr val="8F9E80"/>
                      </a:solidFill>
                      <a:prstDash val="solid"/>
                    </a:lnR>
                    <a:lnT w="6350">
                      <a:solidFill>
                        <a:srgbClr val="8F9E80"/>
                      </a:solidFill>
                      <a:prstDash val="solid"/>
                    </a:lnT>
                    <a:lnB w="6350">
                      <a:solidFill>
                        <a:srgbClr val="8F9E80"/>
                      </a:solidFill>
                      <a:prstDash val="solid"/>
                    </a:lnB>
                    <a:solidFill>
                      <a:srgbClr val="CCE2B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95"/>
                        </a:lnSpc>
                      </a:pPr>
                      <a:r>
                        <a:rPr sz="800" spc="-50" dirty="0">
                          <a:latin typeface="Arial MT"/>
                          <a:cs typeface="Arial MT"/>
                        </a:rPr>
                        <a:t>3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6350">
                      <a:solidFill>
                        <a:srgbClr val="8F9E80"/>
                      </a:solidFill>
                      <a:prstDash val="solid"/>
                    </a:lnL>
                    <a:lnR w="6350">
                      <a:solidFill>
                        <a:srgbClr val="8F9E80"/>
                      </a:solidFill>
                      <a:prstDash val="solid"/>
                    </a:lnR>
                    <a:lnT w="6350">
                      <a:solidFill>
                        <a:srgbClr val="8F9E80"/>
                      </a:solidFill>
                      <a:prstDash val="solid"/>
                    </a:lnT>
                    <a:lnB w="6350">
                      <a:solidFill>
                        <a:srgbClr val="8F9E80"/>
                      </a:solidFill>
                      <a:prstDash val="solid"/>
                    </a:lnB>
                    <a:solidFill>
                      <a:srgbClr val="CCE2B8"/>
                    </a:solidFill>
                  </a:tcPr>
                </a:tc>
                <a:tc>
                  <a:txBody>
                    <a:bodyPr/>
                    <a:lstStyle/>
                    <a:p>
                      <a:pPr marL="11430" algn="ctr">
                        <a:lnSpc>
                          <a:spcPts val="595"/>
                        </a:lnSpc>
                      </a:pPr>
                      <a:r>
                        <a:rPr sz="800" spc="-50" dirty="0">
                          <a:latin typeface="Arial MT"/>
                          <a:cs typeface="Arial MT"/>
                        </a:rPr>
                        <a:t>4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6350">
                      <a:solidFill>
                        <a:srgbClr val="8F9E80"/>
                      </a:solidFill>
                      <a:prstDash val="solid"/>
                    </a:lnL>
                    <a:lnR w="6350">
                      <a:solidFill>
                        <a:srgbClr val="8F9E80"/>
                      </a:solidFill>
                      <a:prstDash val="solid"/>
                    </a:lnR>
                    <a:lnT w="6350">
                      <a:solidFill>
                        <a:srgbClr val="8F9E80"/>
                      </a:solidFill>
                      <a:prstDash val="solid"/>
                    </a:lnT>
                    <a:lnB w="6350">
                      <a:solidFill>
                        <a:srgbClr val="8F9E80"/>
                      </a:solidFill>
                      <a:prstDash val="solid"/>
                    </a:lnB>
                    <a:solidFill>
                      <a:srgbClr val="CCE2B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16" name="object 16"/>
          <p:cNvGrpSpPr/>
          <p:nvPr/>
        </p:nvGrpSpPr>
        <p:grpSpPr>
          <a:xfrm>
            <a:off x="2182333" y="2334056"/>
            <a:ext cx="1537335" cy="293370"/>
            <a:chOff x="2182333" y="2334056"/>
            <a:chExt cx="1537335" cy="293370"/>
          </a:xfrm>
        </p:grpSpPr>
        <p:sp>
          <p:nvSpPr>
            <p:cNvPr id="17" name="object 17"/>
            <p:cNvSpPr/>
            <p:nvPr/>
          </p:nvSpPr>
          <p:spPr>
            <a:xfrm>
              <a:off x="2184863" y="2336587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>
                  <a:moveTo>
                    <a:pt x="288004" y="0"/>
                  </a:moveTo>
                  <a:lnTo>
                    <a:pt x="0" y="0"/>
                  </a:lnTo>
                  <a:lnTo>
                    <a:pt x="0" y="288004"/>
                  </a:lnTo>
                  <a:lnTo>
                    <a:pt x="288004" y="288004"/>
                  </a:lnTo>
                  <a:lnTo>
                    <a:pt x="288004" y="0"/>
                  </a:lnTo>
                  <a:close/>
                </a:path>
              </a:pathLst>
            </a:custGeom>
            <a:solidFill>
              <a:srgbClr val="99D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184863" y="2336587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>
                  <a:moveTo>
                    <a:pt x="0" y="288004"/>
                  </a:moveTo>
                  <a:lnTo>
                    <a:pt x="288004" y="288004"/>
                  </a:lnTo>
                  <a:lnTo>
                    <a:pt x="288004" y="0"/>
                  </a:lnTo>
                  <a:lnTo>
                    <a:pt x="0" y="0"/>
                  </a:lnTo>
                  <a:lnTo>
                    <a:pt x="0" y="288004"/>
                  </a:lnTo>
                  <a:close/>
                </a:path>
              </a:pathLst>
            </a:custGeom>
            <a:ln w="5060">
              <a:solidFill>
                <a:srgbClr val="005B5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495930" y="2336587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>
                  <a:moveTo>
                    <a:pt x="288004" y="0"/>
                  </a:moveTo>
                  <a:lnTo>
                    <a:pt x="0" y="0"/>
                  </a:lnTo>
                  <a:lnTo>
                    <a:pt x="0" y="288004"/>
                  </a:lnTo>
                  <a:lnTo>
                    <a:pt x="288004" y="288004"/>
                  </a:lnTo>
                  <a:lnTo>
                    <a:pt x="288004" y="0"/>
                  </a:lnTo>
                  <a:close/>
                </a:path>
              </a:pathLst>
            </a:custGeom>
            <a:solidFill>
              <a:srgbClr val="99D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495930" y="2336587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>
                  <a:moveTo>
                    <a:pt x="0" y="288004"/>
                  </a:moveTo>
                  <a:lnTo>
                    <a:pt x="288004" y="288004"/>
                  </a:lnTo>
                  <a:lnTo>
                    <a:pt x="288004" y="0"/>
                  </a:lnTo>
                  <a:lnTo>
                    <a:pt x="0" y="0"/>
                  </a:lnTo>
                  <a:lnTo>
                    <a:pt x="0" y="288004"/>
                  </a:lnTo>
                  <a:close/>
                </a:path>
              </a:pathLst>
            </a:custGeom>
            <a:ln w="5060">
              <a:solidFill>
                <a:srgbClr val="005B5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806997" y="2336587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>
                  <a:moveTo>
                    <a:pt x="288004" y="0"/>
                  </a:moveTo>
                  <a:lnTo>
                    <a:pt x="0" y="0"/>
                  </a:lnTo>
                  <a:lnTo>
                    <a:pt x="0" y="288004"/>
                  </a:lnTo>
                  <a:lnTo>
                    <a:pt x="288004" y="288004"/>
                  </a:lnTo>
                  <a:lnTo>
                    <a:pt x="288004" y="0"/>
                  </a:lnTo>
                  <a:close/>
                </a:path>
              </a:pathLst>
            </a:custGeom>
            <a:solidFill>
              <a:srgbClr val="99D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2806997" y="2336587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>
                  <a:moveTo>
                    <a:pt x="0" y="288004"/>
                  </a:moveTo>
                  <a:lnTo>
                    <a:pt x="288004" y="288004"/>
                  </a:lnTo>
                  <a:lnTo>
                    <a:pt x="288004" y="0"/>
                  </a:lnTo>
                  <a:lnTo>
                    <a:pt x="0" y="0"/>
                  </a:lnTo>
                  <a:lnTo>
                    <a:pt x="0" y="288004"/>
                  </a:lnTo>
                  <a:close/>
                </a:path>
              </a:pathLst>
            </a:custGeom>
            <a:ln w="5060">
              <a:solidFill>
                <a:srgbClr val="005B5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3118064" y="2336587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>
                  <a:moveTo>
                    <a:pt x="288004" y="0"/>
                  </a:moveTo>
                  <a:lnTo>
                    <a:pt x="0" y="0"/>
                  </a:lnTo>
                  <a:lnTo>
                    <a:pt x="0" y="288004"/>
                  </a:lnTo>
                  <a:lnTo>
                    <a:pt x="288004" y="288004"/>
                  </a:lnTo>
                  <a:lnTo>
                    <a:pt x="288004" y="0"/>
                  </a:lnTo>
                  <a:close/>
                </a:path>
              </a:pathLst>
            </a:custGeom>
            <a:solidFill>
              <a:srgbClr val="99D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3118064" y="2336587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>
                  <a:moveTo>
                    <a:pt x="0" y="288004"/>
                  </a:moveTo>
                  <a:lnTo>
                    <a:pt x="288004" y="288004"/>
                  </a:lnTo>
                  <a:lnTo>
                    <a:pt x="288004" y="0"/>
                  </a:lnTo>
                  <a:lnTo>
                    <a:pt x="0" y="0"/>
                  </a:lnTo>
                  <a:lnTo>
                    <a:pt x="0" y="288004"/>
                  </a:lnTo>
                  <a:close/>
                </a:path>
              </a:pathLst>
            </a:custGeom>
            <a:ln w="5060">
              <a:solidFill>
                <a:srgbClr val="005B5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3429130" y="2336587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>
                  <a:moveTo>
                    <a:pt x="288004" y="0"/>
                  </a:moveTo>
                  <a:lnTo>
                    <a:pt x="0" y="0"/>
                  </a:lnTo>
                  <a:lnTo>
                    <a:pt x="0" y="288004"/>
                  </a:lnTo>
                  <a:lnTo>
                    <a:pt x="288004" y="288004"/>
                  </a:lnTo>
                  <a:lnTo>
                    <a:pt x="288004" y="0"/>
                  </a:lnTo>
                  <a:close/>
                </a:path>
              </a:pathLst>
            </a:custGeom>
            <a:solidFill>
              <a:srgbClr val="99D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3429130" y="2336587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>
                  <a:moveTo>
                    <a:pt x="0" y="288004"/>
                  </a:moveTo>
                  <a:lnTo>
                    <a:pt x="288004" y="288004"/>
                  </a:lnTo>
                  <a:lnTo>
                    <a:pt x="288004" y="0"/>
                  </a:lnTo>
                  <a:lnTo>
                    <a:pt x="0" y="0"/>
                  </a:lnTo>
                  <a:lnTo>
                    <a:pt x="0" y="288004"/>
                  </a:lnTo>
                  <a:close/>
                </a:path>
              </a:pathLst>
            </a:custGeom>
            <a:ln w="5060">
              <a:solidFill>
                <a:srgbClr val="005B5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27" name="object 27"/>
          <p:cNvGraphicFramePr>
            <a:graphicFrameLocks noGrp="1"/>
          </p:cNvGraphicFramePr>
          <p:nvPr/>
        </p:nvGraphicFramePr>
        <p:xfrm>
          <a:off x="2182333" y="2334056"/>
          <a:ext cx="1613535" cy="3949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9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1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114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1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971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07340">
                <a:tc>
                  <a:txBody>
                    <a:bodyPr/>
                    <a:lstStyle/>
                    <a:p>
                      <a:pPr marR="3810"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8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20955" marB="0">
                    <a:lnB w="6350">
                      <a:solidFill>
                        <a:srgbClr val="8F9E8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2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20955" marB="0">
                    <a:lnB w="6350">
                      <a:solidFill>
                        <a:srgbClr val="8F9E8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400" spc="-25" dirty="0">
                          <a:latin typeface="Arial MT"/>
                          <a:cs typeface="Arial MT"/>
                        </a:rPr>
                        <a:t>19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20955" marB="0">
                    <a:lnB w="6350">
                      <a:solidFill>
                        <a:srgbClr val="8F9E8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8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20955" marB="0">
                    <a:lnB w="6350">
                      <a:solidFill>
                        <a:srgbClr val="8F9E8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400" spc="-25" dirty="0">
                          <a:latin typeface="Arial MT"/>
                          <a:cs typeface="Arial MT"/>
                        </a:rPr>
                        <a:t>22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20955" marB="0">
                    <a:lnB w="6350">
                      <a:solidFill>
                        <a:srgbClr val="8F9E8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7630">
                <a:tc>
                  <a:txBody>
                    <a:bodyPr/>
                    <a:lstStyle/>
                    <a:p>
                      <a:pPr marR="3810" algn="ctr">
                        <a:lnSpc>
                          <a:spcPts val="595"/>
                        </a:lnSpc>
                      </a:pPr>
                      <a:r>
                        <a:rPr sz="800" spc="-50" dirty="0">
                          <a:latin typeface="Arial MT"/>
                          <a:cs typeface="Arial MT"/>
                        </a:rPr>
                        <a:t>0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6350">
                      <a:solidFill>
                        <a:srgbClr val="8F9E80"/>
                      </a:solidFill>
                      <a:prstDash val="solid"/>
                    </a:lnL>
                    <a:lnR w="6350">
                      <a:solidFill>
                        <a:srgbClr val="8F9E80"/>
                      </a:solidFill>
                      <a:prstDash val="solid"/>
                    </a:lnR>
                    <a:lnT w="6350">
                      <a:solidFill>
                        <a:srgbClr val="8F9E80"/>
                      </a:solidFill>
                      <a:prstDash val="solid"/>
                    </a:lnT>
                    <a:lnB w="6350">
                      <a:solidFill>
                        <a:srgbClr val="8F9E80"/>
                      </a:solidFill>
                      <a:prstDash val="solid"/>
                    </a:lnB>
                    <a:solidFill>
                      <a:srgbClr val="CCE2B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95"/>
                        </a:lnSpc>
                      </a:pPr>
                      <a:r>
                        <a:rPr sz="800" spc="-50" dirty="0">
                          <a:latin typeface="Arial MT"/>
                          <a:cs typeface="Arial MT"/>
                        </a:rPr>
                        <a:t>1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6350">
                      <a:solidFill>
                        <a:srgbClr val="8F9E80"/>
                      </a:solidFill>
                      <a:prstDash val="solid"/>
                    </a:lnL>
                    <a:lnR w="6350">
                      <a:solidFill>
                        <a:srgbClr val="8F9E80"/>
                      </a:solidFill>
                      <a:prstDash val="solid"/>
                    </a:lnR>
                    <a:lnT w="6350">
                      <a:solidFill>
                        <a:srgbClr val="8F9E80"/>
                      </a:solidFill>
                      <a:prstDash val="solid"/>
                    </a:lnT>
                    <a:lnB w="6350">
                      <a:solidFill>
                        <a:srgbClr val="8F9E80"/>
                      </a:solidFill>
                      <a:prstDash val="solid"/>
                    </a:lnB>
                    <a:solidFill>
                      <a:srgbClr val="CCE2B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95"/>
                        </a:lnSpc>
                      </a:pPr>
                      <a:r>
                        <a:rPr sz="800" spc="-50" dirty="0">
                          <a:latin typeface="Arial MT"/>
                          <a:cs typeface="Arial MT"/>
                        </a:rPr>
                        <a:t>2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6350">
                      <a:solidFill>
                        <a:srgbClr val="8F9E80"/>
                      </a:solidFill>
                      <a:prstDash val="solid"/>
                    </a:lnL>
                    <a:lnR w="6350">
                      <a:solidFill>
                        <a:srgbClr val="8F9E80"/>
                      </a:solidFill>
                      <a:prstDash val="solid"/>
                    </a:lnR>
                    <a:lnT w="6350">
                      <a:solidFill>
                        <a:srgbClr val="8F9E80"/>
                      </a:solidFill>
                      <a:prstDash val="solid"/>
                    </a:lnT>
                    <a:lnB w="6350">
                      <a:solidFill>
                        <a:srgbClr val="8F9E80"/>
                      </a:solidFill>
                      <a:prstDash val="solid"/>
                    </a:lnB>
                    <a:solidFill>
                      <a:srgbClr val="CCE2B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95"/>
                        </a:lnSpc>
                      </a:pPr>
                      <a:r>
                        <a:rPr sz="800" spc="-50" dirty="0">
                          <a:latin typeface="Arial MT"/>
                          <a:cs typeface="Arial MT"/>
                        </a:rPr>
                        <a:t>3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6350">
                      <a:solidFill>
                        <a:srgbClr val="8F9E80"/>
                      </a:solidFill>
                      <a:prstDash val="solid"/>
                    </a:lnL>
                    <a:lnR w="6350">
                      <a:solidFill>
                        <a:srgbClr val="8F9E80"/>
                      </a:solidFill>
                      <a:prstDash val="solid"/>
                    </a:lnR>
                    <a:lnT w="6350">
                      <a:solidFill>
                        <a:srgbClr val="8F9E80"/>
                      </a:solidFill>
                      <a:prstDash val="solid"/>
                    </a:lnT>
                    <a:lnB w="6350">
                      <a:solidFill>
                        <a:srgbClr val="8F9E80"/>
                      </a:solidFill>
                      <a:prstDash val="solid"/>
                    </a:lnB>
                    <a:solidFill>
                      <a:srgbClr val="CCE2B8"/>
                    </a:solidFill>
                  </a:tcPr>
                </a:tc>
                <a:tc>
                  <a:txBody>
                    <a:bodyPr/>
                    <a:lstStyle/>
                    <a:p>
                      <a:pPr marL="11430" algn="ctr">
                        <a:lnSpc>
                          <a:spcPts val="595"/>
                        </a:lnSpc>
                      </a:pPr>
                      <a:r>
                        <a:rPr sz="800" spc="-50" dirty="0">
                          <a:latin typeface="Arial MT"/>
                          <a:cs typeface="Arial MT"/>
                        </a:rPr>
                        <a:t>4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6350">
                      <a:solidFill>
                        <a:srgbClr val="8F9E80"/>
                      </a:solidFill>
                      <a:prstDash val="solid"/>
                    </a:lnL>
                    <a:lnR w="6350">
                      <a:solidFill>
                        <a:srgbClr val="8F9E80"/>
                      </a:solidFill>
                      <a:prstDash val="solid"/>
                    </a:lnR>
                    <a:lnT w="6350">
                      <a:solidFill>
                        <a:srgbClr val="8F9E80"/>
                      </a:solidFill>
                      <a:prstDash val="solid"/>
                    </a:lnT>
                    <a:lnB w="6350">
                      <a:solidFill>
                        <a:srgbClr val="8F9E80"/>
                      </a:solidFill>
                      <a:prstDash val="solid"/>
                    </a:lnB>
                    <a:solidFill>
                      <a:srgbClr val="CCE2B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28" name="object 28"/>
          <p:cNvGrpSpPr/>
          <p:nvPr/>
        </p:nvGrpSpPr>
        <p:grpSpPr>
          <a:xfrm>
            <a:off x="3907183" y="2334056"/>
            <a:ext cx="1537335" cy="293370"/>
            <a:chOff x="3907183" y="2334056"/>
            <a:chExt cx="1537335" cy="293370"/>
          </a:xfrm>
        </p:grpSpPr>
        <p:sp>
          <p:nvSpPr>
            <p:cNvPr id="29" name="object 29"/>
            <p:cNvSpPr/>
            <p:nvPr/>
          </p:nvSpPr>
          <p:spPr>
            <a:xfrm>
              <a:off x="3909714" y="2336587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>
                  <a:moveTo>
                    <a:pt x="288004" y="0"/>
                  </a:moveTo>
                  <a:lnTo>
                    <a:pt x="0" y="0"/>
                  </a:lnTo>
                  <a:lnTo>
                    <a:pt x="0" y="288004"/>
                  </a:lnTo>
                  <a:lnTo>
                    <a:pt x="288004" y="288004"/>
                  </a:lnTo>
                  <a:lnTo>
                    <a:pt x="288004" y="0"/>
                  </a:lnTo>
                  <a:close/>
                </a:path>
              </a:pathLst>
            </a:custGeom>
            <a:solidFill>
              <a:srgbClr val="99D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3909714" y="2336587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>
                  <a:moveTo>
                    <a:pt x="0" y="288004"/>
                  </a:moveTo>
                  <a:lnTo>
                    <a:pt x="288004" y="288004"/>
                  </a:lnTo>
                  <a:lnTo>
                    <a:pt x="288004" y="0"/>
                  </a:lnTo>
                  <a:lnTo>
                    <a:pt x="0" y="0"/>
                  </a:lnTo>
                  <a:lnTo>
                    <a:pt x="0" y="288004"/>
                  </a:lnTo>
                  <a:close/>
                </a:path>
              </a:pathLst>
            </a:custGeom>
            <a:ln w="5060">
              <a:solidFill>
                <a:srgbClr val="005B5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4220781" y="2336587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>
                  <a:moveTo>
                    <a:pt x="288004" y="0"/>
                  </a:moveTo>
                  <a:lnTo>
                    <a:pt x="0" y="0"/>
                  </a:lnTo>
                  <a:lnTo>
                    <a:pt x="0" y="288004"/>
                  </a:lnTo>
                  <a:lnTo>
                    <a:pt x="288004" y="288004"/>
                  </a:lnTo>
                  <a:lnTo>
                    <a:pt x="288004" y="0"/>
                  </a:lnTo>
                  <a:close/>
                </a:path>
              </a:pathLst>
            </a:custGeom>
            <a:solidFill>
              <a:srgbClr val="99D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4220781" y="2336587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>
                  <a:moveTo>
                    <a:pt x="0" y="288004"/>
                  </a:moveTo>
                  <a:lnTo>
                    <a:pt x="288004" y="288004"/>
                  </a:lnTo>
                  <a:lnTo>
                    <a:pt x="288004" y="0"/>
                  </a:lnTo>
                  <a:lnTo>
                    <a:pt x="0" y="0"/>
                  </a:lnTo>
                  <a:lnTo>
                    <a:pt x="0" y="288004"/>
                  </a:lnTo>
                  <a:close/>
                </a:path>
              </a:pathLst>
            </a:custGeom>
            <a:ln w="5060">
              <a:solidFill>
                <a:srgbClr val="005B5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4531847" y="2336587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>
                  <a:moveTo>
                    <a:pt x="288004" y="0"/>
                  </a:moveTo>
                  <a:lnTo>
                    <a:pt x="0" y="0"/>
                  </a:lnTo>
                  <a:lnTo>
                    <a:pt x="0" y="288004"/>
                  </a:lnTo>
                  <a:lnTo>
                    <a:pt x="288004" y="288004"/>
                  </a:lnTo>
                  <a:lnTo>
                    <a:pt x="288004" y="0"/>
                  </a:lnTo>
                  <a:close/>
                </a:path>
              </a:pathLst>
            </a:custGeom>
            <a:solidFill>
              <a:srgbClr val="99D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4531847" y="2336587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>
                  <a:moveTo>
                    <a:pt x="0" y="288004"/>
                  </a:moveTo>
                  <a:lnTo>
                    <a:pt x="288004" y="288004"/>
                  </a:lnTo>
                  <a:lnTo>
                    <a:pt x="288004" y="0"/>
                  </a:lnTo>
                  <a:lnTo>
                    <a:pt x="0" y="0"/>
                  </a:lnTo>
                  <a:lnTo>
                    <a:pt x="0" y="288004"/>
                  </a:lnTo>
                  <a:close/>
                </a:path>
              </a:pathLst>
            </a:custGeom>
            <a:ln w="5060">
              <a:solidFill>
                <a:srgbClr val="005B5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4842914" y="2336587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>
                  <a:moveTo>
                    <a:pt x="288004" y="0"/>
                  </a:moveTo>
                  <a:lnTo>
                    <a:pt x="0" y="0"/>
                  </a:lnTo>
                  <a:lnTo>
                    <a:pt x="0" y="288004"/>
                  </a:lnTo>
                  <a:lnTo>
                    <a:pt x="288004" y="288004"/>
                  </a:lnTo>
                  <a:lnTo>
                    <a:pt x="288004" y="0"/>
                  </a:lnTo>
                  <a:close/>
                </a:path>
              </a:pathLst>
            </a:custGeom>
            <a:solidFill>
              <a:srgbClr val="99D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4842914" y="2336587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>
                  <a:moveTo>
                    <a:pt x="0" y="288004"/>
                  </a:moveTo>
                  <a:lnTo>
                    <a:pt x="288004" y="288004"/>
                  </a:lnTo>
                  <a:lnTo>
                    <a:pt x="288004" y="0"/>
                  </a:lnTo>
                  <a:lnTo>
                    <a:pt x="0" y="0"/>
                  </a:lnTo>
                  <a:lnTo>
                    <a:pt x="0" y="288004"/>
                  </a:lnTo>
                  <a:close/>
                </a:path>
              </a:pathLst>
            </a:custGeom>
            <a:ln w="5060">
              <a:solidFill>
                <a:srgbClr val="005B5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5153981" y="2336587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>
                  <a:moveTo>
                    <a:pt x="288004" y="0"/>
                  </a:moveTo>
                  <a:lnTo>
                    <a:pt x="0" y="0"/>
                  </a:lnTo>
                  <a:lnTo>
                    <a:pt x="0" y="288004"/>
                  </a:lnTo>
                  <a:lnTo>
                    <a:pt x="288004" y="288004"/>
                  </a:lnTo>
                  <a:lnTo>
                    <a:pt x="288004" y="0"/>
                  </a:lnTo>
                  <a:close/>
                </a:path>
              </a:pathLst>
            </a:custGeom>
            <a:solidFill>
              <a:srgbClr val="99D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5153981" y="2336587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89" h="288289">
                  <a:moveTo>
                    <a:pt x="0" y="288004"/>
                  </a:moveTo>
                  <a:lnTo>
                    <a:pt x="288004" y="288004"/>
                  </a:lnTo>
                  <a:lnTo>
                    <a:pt x="288004" y="0"/>
                  </a:lnTo>
                  <a:lnTo>
                    <a:pt x="0" y="0"/>
                  </a:lnTo>
                  <a:lnTo>
                    <a:pt x="0" y="288004"/>
                  </a:lnTo>
                  <a:close/>
                </a:path>
              </a:pathLst>
            </a:custGeom>
            <a:ln w="5060">
              <a:solidFill>
                <a:srgbClr val="005B5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39" name="object 39"/>
          <p:cNvGraphicFramePr>
            <a:graphicFrameLocks noGrp="1"/>
          </p:cNvGraphicFramePr>
          <p:nvPr/>
        </p:nvGraphicFramePr>
        <p:xfrm>
          <a:off x="3907183" y="2334056"/>
          <a:ext cx="1613535" cy="3949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9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1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114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1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971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07340">
                <a:tc>
                  <a:txBody>
                    <a:bodyPr/>
                    <a:lstStyle/>
                    <a:p>
                      <a:pPr marR="3810"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2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20955" marB="0">
                    <a:lnB w="6350">
                      <a:solidFill>
                        <a:srgbClr val="8F9E8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3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20955" marB="0">
                    <a:lnB w="6350">
                      <a:solidFill>
                        <a:srgbClr val="8F9E8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1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20955" marB="0">
                    <a:lnB w="6350">
                      <a:solidFill>
                        <a:srgbClr val="8F9E8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400" spc="-25" dirty="0">
                          <a:latin typeface="Arial MT"/>
                          <a:cs typeface="Arial MT"/>
                        </a:rPr>
                        <a:t>21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20955" marB="0">
                    <a:lnB w="6350">
                      <a:solidFill>
                        <a:srgbClr val="8F9E8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400" spc="-25" dirty="0">
                          <a:latin typeface="Arial MT"/>
                          <a:cs typeface="Arial MT"/>
                        </a:rPr>
                        <a:t>12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20955" marB="0">
                    <a:lnB w="6350">
                      <a:solidFill>
                        <a:srgbClr val="8F9E8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7630">
                <a:tc>
                  <a:txBody>
                    <a:bodyPr/>
                    <a:lstStyle/>
                    <a:p>
                      <a:pPr marR="3810" algn="ctr">
                        <a:lnSpc>
                          <a:spcPts val="595"/>
                        </a:lnSpc>
                      </a:pPr>
                      <a:r>
                        <a:rPr sz="800" spc="-50" dirty="0">
                          <a:latin typeface="Arial MT"/>
                          <a:cs typeface="Arial MT"/>
                        </a:rPr>
                        <a:t>0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6350">
                      <a:solidFill>
                        <a:srgbClr val="8F9E80"/>
                      </a:solidFill>
                      <a:prstDash val="solid"/>
                    </a:lnL>
                    <a:lnR w="6350">
                      <a:solidFill>
                        <a:srgbClr val="8F9E80"/>
                      </a:solidFill>
                      <a:prstDash val="solid"/>
                    </a:lnR>
                    <a:lnT w="6350">
                      <a:solidFill>
                        <a:srgbClr val="8F9E80"/>
                      </a:solidFill>
                      <a:prstDash val="solid"/>
                    </a:lnT>
                    <a:lnB w="6350">
                      <a:solidFill>
                        <a:srgbClr val="8F9E80"/>
                      </a:solidFill>
                      <a:prstDash val="solid"/>
                    </a:lnB>
                    <a:solidFill>
                      <a:srgbClr val="CCE2B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95"/>
                        </a:lnSpc>
                      </a:pPr>
                      <a:r>
                        <a:rPr sz="800" spc="-50" dirty="0">
                          <a:latin typeface="Arial MT"/>
                          <a:cs typeface="Arial MT"/>
                        </a:rPr>
                        <a:t>1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6350">
                      <a:solidFill>
                        <a:srgbClr val="8F9E80"/>
                      </a:solidFill>
                      <a:prstDash val="solid"/>
                    </a:lnL>
                    <a:lnR w="6350">
                      <a:solidFill>
                        <a:srgbClr val="8F9E80"/>
                      </a:solidFill>
                      <a:prstDash val="solid"/>
                    </a:lnR>
                    <a:lnT w="6350">
                      <a:solidFill>
                        <a:srgbClr val="8F9E80"/>
                      </a:solidFill>
                      <a:prstDash val="solid"/>
                    </a:lnT>
                    <a:lnB w="6350">
                      <a:solidFill>
                        <a:srgbClr val="8F9E80"/>
                      </a:solidFill>
                      <a:prstDash val="solid"/>
                    </a:lnB>
                    <a:solidFill>
                      <a:srgbClr val="CCE2B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95"/>
                        </a:lnSpc>
                      </a:pPr>
                      <a:r>
                        <a:rPr sz="800" spc="-50" dirty="0">
                          <a:latin typeface="Arial MT"/>
                          <a:cs typeface="Arial MT"/>
                        </a:rPr>
                        <a:t>2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6350">
                      <a:solidFill>
                        <a:srgbClr val="8F9E80"/>
                      </a:solidFill>
                      <a:prstDash val="solid"/>
                    </a:lnL>
                    <a:lnR w="6350">
                      <a:solidFill>
                        <a:srgbClr val="8F9E80"/>
                      </a:solidFill>
                      <a:prstDash val="solid"/>
                    </a:lnR>
                    <a:lnT w="6350">
                      <a:solidFill>
                        <a:srgbClr val="8F9E80"/>
                      </a:solidFill>
                      <a:prstDash val="solid"/>
                    </a:lnT>
                    <a:lnB w="6350">
                      <a:solidFill>
                        <a:srgbClr val="8F9E80"/>
                      </a:solidFill>
                      <a:prstDash val="solid"/>
                    </a:lnB>
                    <a:solidFill>
                      <a:srgbClr val="CCE2B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95"/>
                        </a:lnSpc>
                      </a:pPr>
                      <a:r>
                        <a:rPr sz="800" spc="-50" dirty="0">
                          <a:latin typeface="Arial MT"/>
                          <a:cs typeface="Arial MT"/>
                        </a:rPr>
                        <a:t>3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6350">
                      <a:solidFill>
                        <a:srgbClr val="8F9E80"/>
                      </a:solidFill>
                      <a:prstDash val="solid"/>
                    </a:lnL>
                    <a:lnR w="6350">
                      <a:solidFill>
                        <a:srgbClr val="8F9E80"/>
                      </a:solidFill>
                      <a:prstDash val="solid"/>
                    </a:lnR>
                    <a:lnT w="6350">
                      <a:solidFill>
                        <a:srgbClr val="8F9E80"/>
                      </a:solidFill>
                      <a:prstDash val="solid"/>
                    </a:lnT>
                    <a:lnB w="6350">
                      <a:solidFill>
                        <a:srgbClr val="8F9E80"/>
                      </a:solidFill>
                      <a:prstDash val="solid"/>
                    </a:lnB>
                    <a:solidFill>
                      <a:srgbClr val="CCE2B8"/>
                    </a:solidFill>
                  </a:tcPr>
                </a:tc>
                <a:tc>
                  <a:txBody>
                    <a:bodyPr/>
                    <a:lstStyle/>
                    <a:p>
                      <a:pPr marL="11430" algn="ctr">
                        <a:lnSpc>
                          <a:spcPts val="595"/>
                        </a:lnSpc>
                      </a:pPr>
                      <a:r>
                        <a:rPr sz="800" spc="-50" dirty="0">
                          <a:latin typeface="Arial MT"/>
                          <a:cs typeface="Arial MT"/>
                        </a:rPr>
                        <a:t>4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6350">
                      <a:solidFill>
                        <a:srgbClr val="8F9E80"/>
                      </a:solidFill>
                      <a:prstDash val="solid"/>
                    </a:lnL>
                    <a:lnR w="6350">
                      <a:solidFill>
                        <a:srgbClr val="8F9E80"/>
                      </a:solidFill>
                      <a:prstDash val="solid"/>
                    </a:lnR>
                    <a:lnT w="6350">
                      <a:solidFill>
                        <a:srgbClr val="8F9E80"/>
                      </a:solidFill>
                      <a:prstDash val="solid"/>
                    </a:lnT>
                    <a:lnB w="6350">
                      <a:solidFill>
                        <a:srgbClr val="8F9E80"/>
                      </a:solidFill>
                      <a:prstDash val="solid"/>
                    </a:lnB>
                    <a:solidFill>
                      <a:srgbClr val="CCE2B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0" name="object 40"/>
          <p:cNvSpPr txBox="1"/>
          <p:nvPr/>
        </p:nvSpPr>
        <p:spPr>
          <a:xfrm>
            <a:off x="4387202" y="1966897"/>
            <a:ext cx="57785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-20" dirty="0">
                <a:latin typeface="Arial MT"/>
                <a:cs typeface="Arial MT"/>
              </a:rPr>
              <a:t>vetor</a:t>
            </a:r>
            <a:r>
              <a:rPr sz="1400" spc="-40" dirty="0">
                <a:latin typeface="Arial MT"/>
                <a:cs typeface="Arial MT"/>
              </a:rPr>
              <a:t> </a:t>
            </a:r>
            <a:r>
              <a:rPr sz="1400" spc="-50" dirty="0">
                <a:latin typeface="Arial MT"/>
                <a:cs typeface="Arial MT"/>
              </a:rPr>
              <a:t>C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0" y="3202038"/>
            <a:ext cx="5760085" cy="38100"/>
          </a:xfrm>
          <a:custGeom>
            <a:avLst/>
            <a:gdLst/>
            <a:ahLst/>
            <a:cxnLst/>
            <a:rect l="l" t="t" r="r" b="b"/>
            <a:pathLst>
              <a:path w="5760085" h="38100">
                <a:moveTo>
                  <a:pt x="5759996" y="0"/>
                </a:moveTo>
                <a:lnTo>
                  <a:pt x="0" y="0"/>
                </a:lnTo>
                <a:lnTo>
                  <a:pt x="0" y="37960"/>
                </a:lnTo>
                <a:lnTo>
                  <a:pt x="5759996" y="37960"/>
                </a:lnTo>
                <a:lnTo>
                  <a:pt x="5759996" y="0"/>
                </a:lnTo>
                <a:close/>
              </a:path>
            </a:pathLst>
          </a:custGeom>
          <a:solidFill>
            <a:srgbClr val="00AC8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fld id="{81D60167-4931-47E6-BA6A-407CBD079E47}" type="slidenum">
              <a:rPr spc="-25" dirty="0"/>
              <a:t>28</a:t>
            </a:fld>
            <a:endParaRPr spc="-25" dirty="0"/>
          </a:p>
        </p:txBody>
      </p:sp>
    </p:spTree>
  </p:cSld>
  <p:clrMapOvr>
    <a:masterClrMapping/>
  </p:clrMapOvr>
  <p:transition>
    <p:cut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57785">
              <a:lnSpc>
                <a:spcPct val="100000"/>
              </a:lnSpc>
              <a:spcBef>
                <a:spcPts val="135"/>
              </a:spcBef>
            </a:pPr>
            <a:r>
              <a:rPr dirty="0"/>
              <a:t>Exercício</a:t>
            </a:r>
            <a:r>
              <a:rPr spc="345" dirty="0"/>
              <a:t> </a:t>
            </a:r>
            <a:r>
              <a:rPr spc="-60" dirty="0"/>
              <a:t>6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1292" y="651064"/>
            <a:ext cx="4725035" cy="1108710"/>
          </a:xfrm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pPr marL="166370" indent="-153670">
              <a:lnSpc>
                <a:spcPct val="100000"/>
              </a:lnSpc>
              <a:spcBef>
                <a:spcPts val="725"/>
              </a:spcBef>
              <a:buClr>
                <a:srgbClr val="00AC8C"/>
              </a:buClr>
              <a:buFont typeface="Arial MT"/>
              <a:buChar char="•"/>
              <a:tabLst>
                <a:tab pos="166370" algn="l"/>
              </a:tabLst>
            </a:pPr>
            <a:r>
              <a:rPr sz="1400" b="1" spc="-40" dirty="0">
                <a:latin typeface="Tahoma"/>
                <a:cs typeface="Tahoma"/>
              </a:rPr>
              <a:t>Leia</a:t>
            </a:r>
            <a:r>
              <a:rPr sz="1400" b="1" spc="-35" dirty="0">
                <a:latin typeface="Tahoma"/>
                <a:cs typeface="Tahoma"/>
              </a:rPr>
              <a:t> </a:t>
            </a:r>
            <a:r>
              <a:rPr sz="1400" b="1" spc="-55" dirty="0">
                <a:latin typeface="Tahoma"/>
                <a:cs typeface="Tahoma"/>
              </a:rPr>
              <a:t>dois</a:t>
            </a:r>
            <a:r>
              <a:rPr sz="1400" b="1" spc="-30" dirty="0">
                <a:latin typeface="Tahoma"/>
                <a:cs typeface="Tahoma"/>
              </a:rPr>
              <a:t> </a:t>
            </a:r>
            <a:r>
              <a:rPr sz="1400" b="1" spc="-95" dirty="0">
                <a:latin typeface="Tahoma"/>
                <a:cs typeface="Tahoma"/>
              </a:rPr>
              <a:t>vetores:</a:t>
            </a:r>
            <a:r>
              <a:rPr sz="1400" b="1" spc="30" dirty="0">
                <a:latin typeface="Tahoma"/>
                <a:cs typeface="Tahoma"/>
              </a:rPr>
              <a:t> </a:t>
            </a:r>
            <a:r>
              <a:rPr sz="1400" b="1" dirty="0">
                <a:latin typeface="Tahoma"/>
                <a:cs typeface="Tahoma"/>
              </a:rPr>
              <a:t>A</a:t>
            </a:r>
            <a:r>
              <a:rPr sz="1400" b="1" spc="-30" dirty="0">
                <a:latin typeface="Tahoma"/>
                <a:cs typeface="Tahoma"/>
              </a:rPr>
              <a:t> </a:t>
            </a:r>
            <a:r>
              <a:rPr sz="1400" b="1" spc="-105" dirty="0">
                <a:latin typeface="Tahoma"/>
                <a:cs typeface="Tahoma"/>
              </a:rPr>
              <a:t>(de</a:t>
            </a:r>
            <a:r>
              <a:rPr sz="1400" b="1" spc="-30" dirty="0">
                <a:latin typeface="Tahoma"/>
                <a:cs typeface="Tahoma"/>
              </a:rPr>
              <a:t> </a:t>
            </a:r>
            <a:r>
              <a:rPr sz="1400" b="1" spc="-80" dirty="0">
                <a:latin typeface="Tahoma"/>
                <a:cs typeface="Tahoma"/>
              </a:rPr>
              <a:t>tamanho</a:t>
            </a:r>
            <a:r>
              <a:rPr sz="1400" b="1" spc="-35" dirty="0">
                <a:latin typeface="Tahoma"/>
                <a:cs typeface="Tahoma"/>
              </a:rPr>
              <a:t> </a:t>
            </a:r>
            <a:r>
              <a:rPr sz="1400" b="1" spc="-160" dirty="0">
                <a:latin typeface="Tahoma"/>
                <a:cs typeface="Tahoma"/>
              </a:rPr>
              <a:t>4)</a:t>
            </a:r>
            <a:r>
              <a:rPr sz="1400" b="1" spc="-30" dirty="0">
                <a:latin typeface="Tahoma"/>
                <a:cs typeface="Tahoma"/>
              </a:rPr>
              <a:t> </a:t>
            </a:r>
            <a:r>
              <a:rPr sz="1400" b="1" spc="-114" dirty="0">
                <a:latin typeface="Tahoma"/>
                <a:cs typeface="Tahoma"/>
              </a:rPr>
              <a:t>e</a:t>
            </a:r>
            <a:r>
              <a:rPr sz="1400" b="1" spc="-30" dirty="0">
                <a:latin typeface="Tahoma"/>
                <a:cs typeface="Tahoma"/>
              </a:rPr>
              <a:t> </a:t>
            </a:r>
            <a:r>
              <a:rPr sz="1400" b="1" dirty="0">
                <a:latin typeface="Tahoma"/>
                <a:cs typeface="Tahoma"/>
              </a:rPr>
              <a:t>B</a:t>
            </a:r>
            <a:r>
              <a:rPr sz="1400" b="1" spc="-35" dirty="0">
                <a:latin typeface="Tahoma"/>
                <a:cs typeface="Tahoma"/>
              </a:rPr>
              <a:t> </a:t>
            </a:r>
            <a:r>
              <a:rPr sz="1400" b="1" spc="-105" dirty="0">
                <a:latin typeface="Tahoma"/>
                <a:cs typeface="Tahoma"/>
              </a:rPr>
              <a:t>(de</a:t>
            </a:r>
            <a:r>
              <a:rPr sz="1400" b="1" spc="-30" dirty="0">
                <a:latin typeface="Tahoma"/>
                <a:cs typeface="Tahoma"/>
              </a:rPr>
              <a:t> </a:t>
            </a:r>
            <a:r>
              <a:rPr sz="1400" b="1" spc="-80" dirty="0">
                <a:latin typeface="Tahoma"/>
                <a:cs typeface="Tahoma"/>
              </a:rPr>
              <a:t>tamanho</a:t>
            </a:r>
            <a:r>
              <a:rPr sz="1400" b="1" spc="-30" dirty="0">
                <a:latin typeface="Tahoma"/>
                <a:cs typeface="Tahoma"/>
              </a:rPr>
              <a:t> </a:t>
            </a:r>
            <a:r>
              <a:rPr sz="1400" b="1" spc="-50" dirty="0">
                <a:latin typeface="Tahoma"/>
                <a:cs typeface="Tahoma"/>
              </a:rPr>
              <a:t>7).</a:t>
            </a:r>
            <a:endParaRPr sz="1400">
              <a:latin typeface="Tahoma"/>
              <a:cs typeface="Tahoma"/>
            </a:endParaRPr>
          </a:p>
          <a:p>
            <a:pPr marL="313690" lvl="1" indent="-157480">
              <a:lnSpc>
                <a:spcPct val="100000"/>
              </a:lnSpc>
              <a:spcBef>
                <a:spcPts val="500"/>
              </a:spcBef>
              <a:buClr>
                <a:srgbClr val="00AC8C"/>
              </a:buClr>
              <a:buChar char="–"/>
              <a:tabLst>
                <a:tab pos="313690" algn="l"/>
              </a:tabLst>
            </a:pPr>
            <a:r>
              <a:rPr sz="1200" spc="-40" dirty="0">
                <a:latin typeface="Arial MT"/>
                <a:cs typeface="Arial MT"/>
              </a:rPr>
              <a:t>Construa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spc="-20" dirty="0">
                <a:latin typeface="Arial MT"/>
                <a:cs typeface="Arial MT"/>
              </a:rPr>
              <a:t>um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spc="-35" dirty="0">
                <a:latin typeface="Arial MT"/>
                <a:cs typeface="Arial MT"/>
              </a:rPr>
              <a:t>terceiro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spc="-30" dirty="0">
                <a:latin typeface="Arial MT"/>
                <a:cs typeface="Arial MT"/>
              </a:rPr>
              <a:t>vetor </a:t>
            </a:r>
            <a:r>
              <a:rPr sz="1200" spc="-70" dirty="0">
                <a:latin typeface="Arial MT"/>
                <a:cs typeface="Arial MT"/>
              </a:rPr>
              <a:t>que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spc="-80" dirty="0">
                <a:latin typeface="Arial MT"/>
                <a:cs typeface="Arial MT"/>
              </a:rPr>
              <a:t>seja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spc="-100" dirty="0">
                <a:latin typeface="Arial MT"/>
                <a:cs typeface="Arial MT"/>
              </a:rPr>
              <a:t>a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spc="-40" dirty="0">
                <a:latin typeface="Arial MT"/>
                <a:cs typeface="Arial MT"/>
              </a:rPr>
              <a:t>junção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spc="-85" dirty="0">
                <a:latin typeface="Arial MT"/>
                <a:cs typeface="Arial MT"/>
              </a:rPr>
              <a:t>de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spc="-60" dirty="0">
                <a:latin typeface="Arial MT"/>
                <a:cs typeface="Arial MT"/>
              </a:rPr>
              <a:t>A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spc="-135" dirty="0">
                <a:latin typeface="Arial MT"/>
                <a:cs typeface="Arial MT"/>
              </a:rPr>
              <a:t>e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spc="-50" dirty="0">
                <a:latin typeface="Arial MT"/>
                <a:cs typeface="Arial MT"/>
              </a:rPr>
              <a:t>B</a:t>
            </a:r>
            <a:endParaRPr sz="1200">
              <a:latin typeface="Arial MT"/>
              <a:cs typeface="Arial MT"/>
            </a:endParaRPr>
          </a:p>
          <a:p>
            <a:pPr marL="313690" lvl="1" indent="-157480">
              <a:lnSpc>
                <a:spcPct val="100000"/>
              </a:lnSpc>
              <a:spcBef>
                <a:spcPts val="535"/>
              </a:spcBef>
              <a:buClr>
                <a:srgbClr val="00AC8C"/>
              </a:buClr>
              <a:buChar char="–"/>
              <a:tabLst>
                <a:tab pos="313690" algn="l"/>
              </a:tabLst>
            </a:pPr>
            <a:r>
              <a:rPr sz="1200" spc="-60" dirty="0">
                <a:latin typeface="Arial MT"/>
                <a:cs typeface="Arial MT"/>
              </a:rPr>
              <a:t>colocar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spc="-110" dirty="0">
                <a:latin typeface="Arial MT"/>
                <a:cs typeface="Arial MT"/>
              </a:rPr>
              <a:t>os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spc="-65" dirty="0">
                <a:latin typeface="Arial MT"/>
                <a:cs typeface="Arial MT"/>
              </a:rPr>
              <a:t>elementos</a:t>
            </a:r>
            <a:r>
              <a:rPr sz="1200" spc="-5" dirty="0">
                <a:latin typeface="Arial MT"/>
                <a:cs typeface="Arial MT"/>
              </a:rPr>
              <a:t> </a:t>
            </a:r>
            <a:r>
              <a:rPr sz="1200" spc="-85" dirty="0">
                <a:latin typeface="Arial MT"/>
                <a:cs typeface="Arial MT"/>
              </a:rPr>
              <a:t>de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spc="-65" dirty="0">
                <a:latin typeface="Arial MT"/>
                <a:cs typeface="Arial MT"/>
              </a:rPr>
              <a:t>A,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spc="-135" dirty="0">
                <a:latin typeface="Arial MT"/>
                <a:cs typeface="Arial MT"/>
              </a:rPr>
              <a:t>e</a:t>
            </a:r>
            <a:r>
              <a:rPr sz="1200" spc="-5" dirty="0">
                <a:latin typeface="Arial MT"/>
                <a:cs typeface="Arial MT"/>
              </a:rPr>
              <a:t> </a:t>
            </a:r>
            <a:r>
              <a:rPr sz="1200" spc="-90" dirty="0">
                <a:latin typeface="Arial MT"/>
                <a:cs typeface="Arial MT"/>
              </a:rPr>
              <a:t>em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spc="-70" dirty="0">
                <a:latin typeface="Arial MT"/>
                <a:cs typeface="Arial MT"/>
              </a:rPr>
              <a:t>sequência,</a:t>
            </a:r>
            <a:r>
              <a:rPr sz="1200" spc="-5" dirty="0">
                <a:latin typeface="Arial MT"/>
                <a:cs typeface="Arial MT"/>
              </a:rPr>
              <a:t> </a:t>
            </a:r>
            <a:r>
              <a:rPr sz="1200" spc="-60" dirty="0">
                <a:latin typeface="Arial MT"/>
                <a:cs typeface="Arial MT"/>
              </a:rPr>
              <a:t>colocar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spc="-110" dirty="0">
                <a:latin typeface="Arial MT"/>
                <a:cs typeface="Arial MT"/>
              </a:rPr>
              <a:t>os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spc="-65" dirty="0">
                <a:latin typeface="Arial MT"/>
                <a:cs typeface="Arial MT"/>
              </a:rPr>
              <a:t>elementos</a:t>
            </a:r>
            <a:r>
              <a:rPr sz="1200" spc="-5" dirty="0">
                <a:latin typeface="Arial MT"/>
                <a:cs typeface="Arial MT"/>
              </a:rPr>
              <a:t> </a:t>
            </a:r>
            <a:r>
              <a:rPr sz="1200" spc="-85" dirty="0">
                <a:latin typeface="Arial MT"/>
                <a:cs typeface="Arial MT"/>
              </a:rPr>
              <a:t>de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spc="-25" dirty="0">
                <a:latin typeface="Arial MT"/>
                <a:cs typeface="Arial MT"/>
              </a:rPr>
              <a:t>B.</a:t>
            </a:r>
            <a:endParaRPr sz="1200">
              <a:latin typeface="Arial MT"/>
              <a:cs typeface="Arial MT"/>
            </a:endParaRPr>
          </a:p>
          <a:p>
            <a:pPr marL="166370" indent="-153670">
              <a:lnSpc>
                <a:spcPct val="100000"/>
              </a:lnSpc>
              <a:spcBef>
                <a:spcPts val="620"/>
              </a:spcBef>
              <a:buClr>
                <a:srgbClr val="00AC8C"/>
              </a:buClr>
              <a:buFont typeface="Arial MT"/>
              <a:buChar char="•"/>
              <a:tabLst>
                <a:tab pos="166370" algn="l"/>
              </a:tabLst>
            </a:pPr>
            <a:r>
              <a:rPr sz="1400" b="1" spc="-10" dirty="0">
                <a:latin typeface="Tahoma"/>
                <a:cs typeface="Tahoma"/>
              </a:rPr>
              <a:t>Exemplo:</a:t>
            </a:r>
            <a:endParaRPr sz="1400">
              <a:latin typeface="Tahoma"/>
              <a:cs typeface="Tahom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76162" y="1917831"/>
            <a:ext cx="981075" cy="320675"/>
            <a:chOff x="376162" y="1917831"/>
            <a:chExt cx="981075" cy="320675"/>
          </a:xfrm>
        </p:grpSpPr>
        <p:sp>
          <p:nvSpPr>
            <p:cNvPr id="5" name="object 5"/>
            <p:cNvSpPr/>
            <p:nvPr/>
          </p:nvSpPr>
          <p:spPr>
            <a:xfrm>
              <a:off x="378186" y="1919855"/>
              <a:ext cx="230504" cy="230504"/>
            </a:xfrm>
            <a:custGeom>
              <a:avLst/>
              <a:gdLst/>
              <a:ahLst/>
              <a:cxnLst/>
              <a:rect l="l" t="t" r="r" b="b"/>
              <a:pathLst>
                <a:path w="230504" h="230505">
                  <a:moveTo>
                    <a:pt x="230374" y="0"/>
                  </a:moveTo>
                  <a:lnTo>
                    <a:pt x="0" y="0"/>
                  </a:lnTo>
                  <a:lnTo>
                    <a:pt x="0" y="230374"/>
                  </a:lnTo>
                  <a:lnTo>
                    <a:pt x="230374" y="230374"/>
                  </a:lnTo>
                  <a:lnTo>
                    <a:pt x="230374" y="0"/>
                  </a:lnTo>
                  <a:close/>
                </a:path>
              </a:pathLst>
            </a:custGeom>
            <a:solidFill>
              <a:srgbClr val="99D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78186" y="1919855"/>
              <a:ext cx="230504" cy="230504"/>
            </a:xfrm>
            <a:custGeom>
              <a:avLst/>
              <a:gdLst/>
              <a:ahLst/>
              <a:cxnLst/>
              <a:rect l="l" t="t" r="r" b="b"/>
              <a:pathLst>
                <a:path w="230504" h="230505">
                  <a:moveTo>
                    <a:pt x="0" y="230374"/>
                  </a:moveTo>
                  <a:lnTo>
                    <a:pt x="230374" y="230374"/>
                  </a:lnTo>
                  <a:lnTo>
                    <a:pt x="230374" y="0"/>
                  </a:lnTo>
                  <a:lnTo>
                    <a:pt x="0" y="0"/>
                  </a:lnTo>
                  <a:lnTo>
                    <a:pt x="0" y="230374"/>
                  </a:lnTo>
                  <a:close/>
                </a:path>
              </a:pathLst>
            </a:custGeom>
            <a:ln w="4048">
              <a:solidFill>
                <a:srgbClr val="005B5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27009" y="1919855"/>
              <a:ext cx="230504" cy="230504"/>
            </a:xfrm>
            <a:custGeom>
              <a:avLst/>
              <a:gdLst/>
              <a:ahLst/>
              <a:cxnLst/>
              <a:rect l="l" t="t" r="r" b="b"/>
              <a:pathLst>
                <a:path w="230505" h="230505">
                  <a:moveTo>
                    <a:pt x="230374" y="0"/>
                  </a:moveTo>
                  <a:lnTo>
                    <a:pt x="0" y="0"/>
                  </a:lnTo>
                  <a:lnTo>
                    <a:pt x="0" y="230374"/>
                  </a:lnTo>
                  <a:lnTo>
                    <a:pt x="230374" y="230374"/>
                  </a:lnTo>
                  <a:lnTo>
                    <a:pt x="230374" y="0"/>
                  </a:lnTo>
                  <a:close/>
                </a:path>
              </a:pathLst>
            </a:custGeom>
            <a:solidFill>
              <a:srgbClr val="99D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27009" y="1919855"/>
              <a:ext cx="230504" cy="230504"/>
            </a:xfrm>
            <a:custGeom>
              <a:avLst/>
              <a:gdLst/>
              <a:ahLst/>
              <a:cxnLst/>
              <a:rect l="l" t="t" r="r" b="b"/>
              <a:pathLst>
                <a:path w="230505" h="230505">
                  <a:moveTo>
                    <a:pt x="0" y="230374"/>
                  </a:moveTo>
                  <a:lnTo>
                    <a:pt x="230374" y="230374"/>
                  </a:lnTo>
                  <a:lnTo>
                    <a:pt x="230374" y="0"/>
                  </a:lnTo>
                  <a:lnTo>
                    <a:pt x="0" y="0"/>
                  </a:lnTo>
                  <a:lnTo>
                    <a:pt x="0" y="230374"/>
                  </a:lnTo>
                  <a:close/>
                </a:path>
              </a:pathLst>
            </a:custGeom>
            <a:ln w="4048">
              <a:solidFill>
                <a:srgbClr val="005B5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75831" y="1919855"/>
              <a:ext cx="230504" cy="230504"/>
            </a:xfrm>
            <a:custGeom>
              <a:avLst/>
              <a:gdLst/>
              <a:ahLst/>
              <a:cxnLst/>
              <a:rect l="l" t="t" r="r" b="b"/>
              <a:pathLst>
                <a:path w="230505" h="230505">
                  <a:moveTo>
                    <a:pt x="230374" y="0"/>
                  </a:moveTo>
                  <a:lnTo>
                    <a:pt x="0" y="0"/>
                  </a:lnTo>
                  <a:lnTo>
                    <a:pt x="0" y="230374"/>
                  </a:lnTo>
                  <a:lnTo>
                    <a:pt x="230374" y="230374"/>
                  </a:lnTo>
                  <a:lnTo>
                    <a:pt x="230374" y="0"/>
                  </a:lnTo>
                  <a:close/>
                </a:path>
              </a:pathLst>
            </a:custGeom>
            <a:solidFill>
              <a:srgbClr val="99D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75831" y="1919855"/>
              <a:ext cx="230504" cy="230504"/>
            </a:xfrm>
            <a:custGeom>
              <a:avLst/>
              <a:gdLst/>
              <a:ahLst/>
              <a:cxnLst/>
              <a:rect l="l" t="t" r="r" b="b"/>
              <a:pathLst>
                <a:path w="230505" h="230505">
                  <a:moveTo>
                    <a:pt x="0" y="230374"/>
                  </a:moveTo>
                  <a:lnTo>
                    <a:pt x="230374" y="230374"/>
                  </a:lnTo>
                  <a:lnTo>
                    <a:pt x="230374" y="0"/>
                  </a:lnTo>
                  <a:lnTo>
                    <a:pt x="0" y="0"/>
                  </a:lnTo>
                  <a:lnTo>
                    <a:pt x="0" y="230374"/>
                  </a:lnTo>
                  <a:close/>
                </a:path>
              </a:pathLst>
            </a:custGeom>
            <a:ln w="4048">
              <a:solidFill>
                <a:srgbClr val="005B5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124653" y="1919855"/>
              <a:ext cx="230504" cy="230504"/>
            </a:xfrm>
            <a:custGeom>
              <a:avLst/>
              <a:gdLst/>
              <a:ahLst/>
              <a:cxnLst/>
              <a:rect l="l" t="t" r="r" b="b"/>
              <a:pathLst>
                <a:path w="230505" h="230505">
                  <a:moveTo>
                    <a:pt x="230374" y="0"/>
                  </a:moveTo>
                  <a:lnTo>
                    <a:pt x="0" y="0"/>
                  </a:lnTo>
                  <a:lnTo>
                    <a:pt x="0" y="230374"/>
                  </a:lnTo>
                  <a:lnTo>
                    <a:pt x="230374" y="230374"/>
                  </a:lnTo>
                  <a:lnTo>
                    <a:pt x="230374" y="0"/>
                  </a:lnTo>
                  <a:close/>
                </a:path>
              </a:pathLst>
            </a:custGeom>
            <a:solidFill>
              <a:srgbClr val="99D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124653" y="1919855"/>
              <a:ext cx="230504" cy="230504"/>
            </a:xfrm>
            <a:custGeom>
              <a:avLst/>
              <a:gdLst/>
              <a:ahLst/>
              <a:cxnLst/>
              <a:rect l="l" t="t" r="r" b="b"/>
              <a:pathLst>
                <a:path w="230505" h="230505">
                  <a:moveTo>
                    <a:pt x="0" y="230374"/>
                  </a:moveTo>
                  <a:lnTo>
                    <a:pt x="230374" y="230374"/>
                  </a:lnTo>
                  <a:lnTo>
                    <a:pt x="230374" y="0"/>
                  </a:lnTo>
                  <a:lnTo>
                    <a:pt x="0" y="0"/>
                  </a:lnTo>
                  <a:lnTo>
                    <a:pt x="0" y="230374"/>
                  </a:lnTo>
                  <a:close/>
                </a:path>
              </a:pathLst>
            </a:custGeom>
            <a:ln w="4048">
              <a:solidFill>
                <a:srgbClr val="005B5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78186" y="2166034"/>
              <a:ext cx="230504" cy="70485"/>
            </a:xfrm>
            <a:custGeom>
              <a:avLst/>
              <a:gdLst/>
              <a:ahLst/>
              <a:cxnLst/>
              <a:rect l="l" t="t" r="r" b="b"/>
              <a:pathLst>
                <a:path w="230504" h="70485">
                  <a:moveTo>
                    <a:pt x="230374" y="0"/>
                  </a:moveTo>
                  <a:lnTo>
                    <a:pt x="0" y="0"/>
                  </a:lnTo>
                  <a:lnTo>
                    <a:pt x="0" y="70441"/>
                  </a:lnTo>
                  <a:lnTo>
                    <a:pt x="230374" y="70441"/>
                  </a:lnTo>
                  <a:lnTo>
                    <a:pt x="230374" y="0"/>
                  </a:lnTo>
                  <a:close/>
                </a:path>
              </a:pathLst>
            </a:custGeom>
            <a:solidFill>
              <a:srgbClr val="CCE2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78186" y="2166034"/>
              <a:ext cx="230504" cy="70485"/>
            </a:xfrm>
            <a:custGeom>
              <a:avLst/>
              <a:gdLst/>
              <a:ahLst/>
              <a:cxnLst/>
              <a:rect l="l" t="t" r="r" b="b"/>
              <a:pathLst>
                <a:path w="230504" h="70485">
                  <a:moveTo>
                    <a:pt x="0" y="70441"/>
                  </a:moveTo>
                  <a:lnTo>
                    <a:pt x="230374" y="70441"/>
                  </a:lnTo>
                  <a:lnTo>
                    <a:pt x="230374" y="0"/>
                  </a:lnTo>
                  <a:lnTo>
                    <a:pt x="0" y="0"/>
                  </a:lnTo>
                  <a:lnTo>
                    <a:pt x="0" y="70441"/>
                  </a:lnTo>
                  <a:close/>
                </a:path>
              </a:pathLst>
            </a:custGeom>
            <a:ln w="4048">
              <a:solidFill>
                <a:srgbClr val="8F9E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27009" y="2166034"/>
              <a:ext cx="230504" cy="70485"/>
            </a:xfrm>
            <a:custGeom>
              <a:avLst/>
              <a:gdLst/>
              <a:ahLst/>
              <a:cxnLst/>
              <a:rect l="l" t="t" r="r" b="b"/>
              <a:pathLst>
                <a:path w="230505" h="70485">
                  <a:moveTo>
                    <a:pt x="230374" y="0"/>
                  </a:moveTo>
                  <a:lnTo>
                    <a:pt x="0" y="0"/>
                  </a:lnTo>
                  <a:lnTo>
                    <a:pt x="0" y="70441"/>
                  </a:lnTo>
                  <a:lnTo>
                    <a:pt x="230374" y="70441"/>
                  </a:lnTo>
                  <a:lnTo>
                    <a:pt x="230374" y="0"/>
                  </a:lnTo>
                  <a:close/>
                </a:path>
              </a:pathLst>
            </a:custGeom>
            <a:solidFill>
              <a:srgbClr val="CCE2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27009" y="2166034"/>
              <a:ext cx="230504" cy="70485"/>
            </a:xfrm>
            <a:custGeom>
              <a:avLst/>
              <a:gdLst/>
              <a:ahLst/>
              <a:cxnLst/>
              <a:rect l="l" t="t" r="r" b="b"/>
              <a:pathLst>
                <a:path w="230505" h="70485">
                  <a:moveTo>
                    <a:pt x="0" y="70441"/>
                  </a:moveTo>
                  <a:lnTo>
                    <a:pt x="230374" y="70441"/>
                  </a:lnTo>
                  <a:lnTo>
                    <a:pt x="230374" y="0"/>
                  </a:lnTo>
                  <a:lnTo>
                    <a:pt x="0" y="0"/>
                  </a:lnTo>
                  <a:lnTo>
                    <a:pt x="0" y="70441"/>
                  </a:lnTo>
                  <a:close/>
                </a:path>
              </a:pathLst>
            </a:custGeom>
            <a:ln w="4048">
              <a:solidFill>
                <a:srgbClr val="8F9E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875831" y="2166034"/>
              <a:ext cx="230504" cy="70485"/>
            </a:xfrm>
            <a:custGeom>
              <a:avLst/>
              <a:gdLst/>
              <a:ahLst/>
              <a:cxnLst/>
              <a:rect l="l" t="t" r="r" b="b"/>
              <a:pathLst>
                <a:path w="230505" h="70485">
                  <a:moveTo>
                    <a:pt x="230374" y="0"/>
                  </a:moveTo>
                  <a:lnTo>
                    <a:pt x="0" y="0"/>
                  </a:lnTo>
                  <a:lnTo>
                    <a:pt x="0" y="70441"/>
                  </a:lnTo>
                  <a:lnTo>
                    <a:pt x="230374" y="70441"/>
                  </a:lnTo>
                  <a:lnTo>
                    <a:pt x="230374" y="0"/>
                  </a:lnTo>
                  <a:close/>
                </a:path>
              </a:pathLst>
            </a:custGeom>
            <a:solidFill>
              <a:srgbClr val="CCE2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875831" y="2166034"/>
              <a:ext cx="230504" cy="70485"/>
            </a:xfrm>
            <a:custGeom>
              <a:avLst/>
              <a:gdLst/>
              <a:ahLst/>
              <a:cxnLst/>
              <a:rect l="l" t="t" r="r" b="b"/>
              <a:pathLst>
                <a:path w="230505" h="70485">
                  <a:moveTo>
                    <a:pt x="0" y="70441"/>
                  </a:moveTo>
                  <a:lnTo>
                    <a:pt x="230374" y="70441"/>
                  </a:lnTo>
                  <a:lnTo>
                    <a:pt x="230374" y="0"/>
                  </a:lnTo>
                  <a:lnTo>
                    <a:pt x="0" y="0"/>
                  </a:lnTo>
                  <a:lnTo>
                    <a:pt x="0" y="70441"/>
                  </a:lnTo>
                  <a:close/>
                </a:path>
              </a:pathLst>
            </a:custGeom>
            <a:ln w="4048">
              <a:solidFill>
                <a:srgbClr val="8F9E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124653" y="2166034"/>
              <a:ext cx="230504" cy="70485"/>
            </a:xfrm>
            <a:custGeom>
              <a:avLst/>
              <a:gdLst/>
              <a:ahLst/>
              <a:cxnLst/>
              <a:rect l="l" t="t" r="r" b="b"/>
              <a:pathLst>
                <a:path w="230505" h="70485">
                  <a:moveTo>
                    <a:pt x="230374" y="0"/>
                  </a:moveTo>
                  <a:lnTo>
                    <a:pt x="0" y="0"/>
                  </a:lnTo>
                  <a:lnTo>
                    <a:pt x="0" y="70441"/>
                  </a:lnTo>
                  <a:lnTo>
                    <a:pt x="230374" y="70441"/>
                  </a:lnTo>
                  <a:lnTo>
                    <a:pt x="230374" y="0"/>
                  </a:lnTo>
                  <a:close/>
                </a:path>
              </a:pathLst>
            </a:custGeom>
            <a:solidFill>
              <a:srgbClr val="CCE2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124653" y="2166034"/>
              <a:ext cx="230504" cy="70485"/>
            </a:xfrm>
            <a:custGeom>
              <a:avLst/>
              <a:gdLst/>
              <a:ahLst/>
              <a:cxnLst/>
              <a:rect l="l" t="t" r="r" b="b"/>
              <a:pathLst>
                <a:path w="230505" h="70485">
                  <a:moveTo>
                    <a:pt x="0" y="70441"/>
                  </a:moveTo>
                  <a:lnTo>
                    <a:pt x="230374" y="70441"/>
                  </a:lnTo>
                  <a:lnTo>
                    <a:pt x="230374" y="0"/>
                  </a:lnTo>
                  <a:lnTo>
                    <a:pt x="0" y="0"/>
                  </a:lnTo>
                  <a:lnTo>
                    <a:pt x="0" y="70441"/>
                  </a:lnTo>
                  <a:close/>
                </a:path>
              </a:pathLst>
            </a:custGeom>
            <a:ln w="4048">
              <a:solidFill>
                <a:srgbClr val="8F9E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21" name="object 21"/>
          <p:cNvGraphicFramePr>
            <a:graphicFrameLocks noGrp="1"/>
          </p:cNvGraphicFramePr>
          <p:nvPr/>
        </p:nvGraphicFramePr>
        <p:xfrm>
          <a:off x="1515779" y="1883780"/>
          <a:ext cx="1550035" cy="2724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8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76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7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76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76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3875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72415">
                <a:tc>
                  <a:txBody>
                    <a:bodyPr/>
                    <a:lstStyle/>
                    <a:p>
                      <a:pPr marL="46990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1150" spc="-25" dirty="0">
                          <a:latin typeface="Arial MT"/>
                          <a:cs typeface="Arial MT"/>
                        </a:rPr>
                        <a:t>40</a:t>
                      </a:r>
                      <a:endParaRPr sz="1150">
                        <a:latin typeface="Arial MT"/>
                        <a:cs typeface="Arial MT"/>
                      </a:endParaRPr>
                    </a:p>
                  </a:txBody>
                  <a:tcPr marL="0" marR="0" marT="12700" marB="0">
                    <a:lnL w="6350">
                      <a:solidFill>
                        <a:srgbClr val="005B5B"/>
                      </a:solidFill>
                      <a:prstDash val="solid"/>
                    </a:lnL>
                    <a:lnR w="6350">
                      <a:solidFill>
                        <a:srgbClr val="005B5B"/>
                      </a:solidFill>
                      <a:prstDash val="solid"/>
                    </a:lnR>
                    <a:lnT w="6350">
                      <a:solidFill>
                        <a:srgbClr val="005B5B"/>
                      </a:solidFill>
                      <a:prstDash val="solid"/>
                    </a:lnT>
                    <a:lnB w="76200">
                      <a:solidFill>
                        <a:srgbClr val="CCE2B8"/>
                      </a:solidFill>
                      <a:prstDash val="solid"/>
                    </a:lnB>
                    <a:solidFill>
                      <a:srgbClr val="99D3CC"/>
                    </a:solidFill>
                  </a:tcPr>
                </a:tc>
                <a:tc>
                  <a:txBody>
                    <a:bodyPr/>
                    <a:lstStyle/>
                    <a:p>
                      <a:pPr marL="55880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1150" spc="-25" dirty="0">
                          <a:latin typeface="Arial MT"/>
                          <a:cs typeface="Arial MT"/>
                        </a:rPr>
                        <a:t>22</a:t>
                      </a:r>
                      <a:endParaRPr sz="1150">
                        <a:latin typeface="Arial MT"/>
                        <a:cs typeface="Arial MT"/>
                      </a:endParaRPr>
                    </a:p>
                  </a:txBody>
                  <a:tcPr marL="0" marR="0" marT="12700" marB="0">
                    <a:lnL w="6350">
                      <a:solidFill>
                        <a:srgbClr val="005B5B"/>
                      </a:solidFill>
                      <a:prstDash val="solid"/>
                    </a:lnL>
                    <a:lnR w="6350">
                      <a:solidFill>
                        <a:srgbClr val="005B5B"/>
                      </a:solidFill>
                      <a:prstDash val="solid"/>
                    </a:lnR>
                    <a:lnT w="6350">
                      <a:solidFill>
                        <a:srgbClr val="005B5B"/>
                      </a:solidFill>
                      <a:prstDash val="solid"/>
                    </a:lnT>
                    <a:lnB w="76200">
                      <a:solidFill>
                        <a:srgbClr val="CCE2B8"/>
                      </a:solidFill>
                      <a:prstDash val="solid"/>
                    </a:lnB>
                    <a:solidFill>
                      <a:srgbClr val="99D3CC"/>
                    </a:solidFill>
                  </a:tcPr>
                </a:tc>
                <a:tc>
                  <a:txBody>
                    <a:bodyPr/>
                    <a:lstStyle/>
                    <a:p>
                      <a:pPr marL="55880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1150" spc="-25" dirty="0">
                          <a:latin typeface="Arial MT"/>
                          <a:cs typeface="Arial MT"/>
                        </a:rPr>
                        <a:t>81</a:t>
                      </a:r>
                      <a:endParaRPr sz="1150">
                        <a:latin typeface="Arial MT"/>
                        <a:cs typeface="Arial MT"/>
                      </a:endParaRPr>
                    </a:p>
                  </a:txBody>
                  <a:tcPr marL="0" marR="0" marT="12700" marB="0">
                    <a:lnL w="6350">
                      <a:solidFill>
                        <a:srgbClr val="005B5B"/>
                      </a:solidFill>
                      <a:prstDash val="solid"/>
                    </a:lnL>
                    <a:lnR w="6350">
                      <a:solidFill>
                        <a:srgbClr val="005B5B"/>
                      </a:solidFill>
                      <a:prstDash val="solid"/>
                    </a:lnR>
                    <a:lnT w="6350">
                      <a:solidFill>
                        <a:srgbClr val="005B5B"/>
                      </a:solidFill>
                      <a:prstDash val="solid"/>
                    </a:lnT>
                    <a:lnB w="76200">
                      <a:solidFill>
                        <a:srgbClr val="CCE2B8"/>
                      </a:solidFill>
                      <a:prstDash val="solid"/>
                    </a:lnB>
                    <a:solidFill>
                      <a:srgbClr val="99D3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1150" spc="-50" dirty="0">
                          <a:latin typeface="Arial MT"/>
                          <a:cs typeface="Arial MT"/>
                        </a:rPr>
                        <a:t>4</a:t>
                      </a:r>
                      <a:endParaRPr sz="1150">
                        <a:latin typeface="Arial MT"/>
                        <a:cs typeface="Arial MT"/>
                      </a:endParaRPr>
                    </a:p>
                  </a:txBody>
                  <a:tcPr marL="0" marR="0" marT="12700" marB="0">
                    <a:lnL w="6350">
                      <a:solidFill>
                        <a:srgbClr val="005B5B"/>
                      </a:solidFill>
                      <a:prstDash val="solid"/>
                    </a:lnL>
                    <a:lnR w="6350">
                      <a:solidFill>
                        <a:srgbClr val="005B5B"/>
                      </a:solidFill>
                      <a:prstDash val="solid"/>
                    </a:lnR>
                    <a:lnT w="6350">
                      <a:solidFill>
                        <a:srgbClr val="005B5B"/>
                      </a:solidFill>
                      <a:prstDash val="solid"/>
                    </a:lnT>
                    <a:lnB w="76200">
                      <a:solidFill>
                        <a:srgbClr val="CCE2B8"/>
                      </a:solidFill>
                      <a:prstDash val="solid"/>
                    </a:lnB>
                    <a:solidFill>
                      <a:srgbClr val="99D3CC"/>
                    </a:solidFill>
                  </a:tcPr>
                </a:tc>
                <a:tc>
                  <a:txBody>
                    <a:bodyPr/>
                    <a:lstStyle/>
                    <a:p>
                      <a:pPr marL="55880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1150" spc="-25" dirty="0">
                          <a:latin typeface="Arial MT"/>
                          <a:cs typeface="Arial MT"/>
                        </a:rPr>
                        <a:t>58</a:t>
                      </a:r>
                      <a:endParaRPr sz="1150">
                        <a:latin typeface="Arial MT"/>
                        <a:cs typeface="Arial MT"/>
                      </a:endParaRPr>
                    </a:p>
                  </a:txBody>
                  <a:tcPr marL="0" marR="0" marT="12700" marB="0">
                    <a:lnL w="6350">
                      <a:solidFill>
                        <a:srgbClr val="005B5B"/>
                      </a:solidFill>
                      <a:prstDash val="solid"/>
                    </a:lnL>
                    <a:lnR w="6350">
                      <a:solidFill>
                        <a:srgbClr val="005B5B"/>
                      </a:solidFill>
                      <a:prstDash val="solid"/>
                    </a:lnR>
                    <a:lnT w="6350">
                      <a:solidFill>
                        <a:srgbClr val="005B5B"/>
                      </a:solidFill>
                      <a:prstDash val="solid"/>
                    </a:lnT>
                    <a:lnB w="76200">
                      <a:solidFill>
                        <a:srgbClr val="CCE2B8"/>
                      </a:solidFill>
                      <a:prstDash val="solid"/>
                    </a:lnB>
                    <a:solidFill>
                      <a:srgbClr val="99D3CC"/>
                    </a:solidFill>
                  </a:tcPr>
                </a:tc>
                <a:tc>
                  <a:txBody>
                    <a:bodyPr/>
                    <a:lstStyle/>
                    <a:p>
                      <a:pPr marL="55880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1150" spc="-25" dirty="0">
                          <a:latin typeface="Arial MT"/>
                          <a:cs typeface="Arial MT"/>
                        </a:rPr>
                        <a:t>80</a:t>
                      </a:r>
                      <a:endParaRPr sz="1150">
                        <a:latin typeface="Arial MT"/>
                        <a:cs typeface="Arial MT"/>
                      </a:endParaRPr>
                    </a:p>
                  </a:txBody>
                  <a:tcPr marL="0" marR="0" marT="12700" marB="0">
                    <a:lnL w="6350">
                      <a:solidFill>
                        <a:srgbClr val="005B5B"/>
                      </a:solidFill>
                      <a:prstDash val="solid"/>
                    </a:lnL>
                    <a:lnR w="6350">
                      <a:solidFill>
                        <a:srgbClr val="005B5B"/>
                      </a:solidFill>
                      <a:prstDash val="solid"/>
                    </a:lnR>
                    <a:lnT w="6350">
                      <a:solidFill>
                        <a:srgbClr val="005B5B"/>
                      </a:solidFill>
                      <a:prstDash val="solid"/>
                    </a:lnT>
                    <a:lnB w="76200">
                      <a:solidFill>
                        <a:srgbClr val="CCE2B8"/>
                      </a:solidFill>
                      <a:prstDash val="solid"/>
                    </a:lnB>
                    <a:solidFill>
                      <a:srgbClr val="99D3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22" name="object 22"/>
          <p:cNvGrpSpPr/>
          <p:nvPr/>
        </p:nvGrpSpPr>
        <p:grpSpPr>
          <a:xfrm>
            <a:off x="3143076" y="1933110"/>
            <a:ext cx="2354580" cy="305435"/>
            <a:chOff x="3143076" y="1933110"/>
            <a:chExt cx="2354580" cy="305435"/>
          </a:xfrm>
        </p:grpSpPr>
        <p:sp>
          <p:nvSpPr>
            <p:cNvPr id="23" name="object 23"/>
            <p:cNvSpPr/>
            <p:nvPr/>
          </p:nvSpPr>
          <p:spPr>
            <a:xfrm>
              <a:off x="3145002" y="1935037"/>
              <a:ext cx="219710" cy="219710"/>
            </a:xfrm>
            <a:custGeom>
              <a:avLst/>
              <a:gdLst/>
              <a:ahLst/>
              <a:cxnLst/>
              <a:rect l="l" t="t" r="r" b="b"/>
              <a:pathLst>
                <a:path w="219710" h="219710">
                  <a:moveTo>
                    <a:pt x="219252" y="0"/>
                  </a:moveTo>
                  <a:lnTo>
                    <a:pt x="0" y="0"/>
                  </a:lnTo>
                  <a:lnTo>
                    <a:pt x="0" y="219252"/>
                  </a:lnTo>
                  <a:lnTo>
                    <a:pt x="219252" y="219252"/>
                  </a:lnTo>
                  <a:lnTo>
                    <a:pt x="219252" y="0"/>
                  </a:lnTo>
                  <a:close/>
                </a:path>
              </a:pathLst>
            </a:custGeom>
            <a:solidFill>
              <a:srgbClr val="99D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3145002" y="1935037"/>
              <a:ext cx="219710" cy="219710"/>
            </a:xfrm>
            <a:custGeom>
              <a:avLst/>
              <a:gdLst/>
              <a:ahLst/>
              <a:cxnLst/>
              <a:rect l="l" t="t" r="r" b="b"/>
              <a:pathLst>
                <a:path w="219710" h="219710">
                  <a:moveTo>
                    <a:pt x="0" y="219252"/>
                  </a:moveTo>
                  <a:lnTo>
                    <a:pt x="219252" y="219252"/>
                  </a:lnTo>
                  <a:lnTo>
                    <a:pt x="219252" y="0"/>
                  </a:lnTo>
                  <a:lnTo>
                    <a:pt x="0" y="0"/>
                  </a:lnTo>
                  <a:lnTo>
                    <a:pt x="0" y="219252"/>
                  </a:lnTo>
                  <a:close/>
                </a:path>
              </a:pathLst>
            </a:custGeom>
            <a:ln w="3852">
              <a:solidFill>
                <a:srgbClr val="005B5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3381811" y="1935037"/>
              <a:ext cx="219710" cy="219710"/>
            </a:xfrm>
            <a:custGeom>
              <a:avLst/>
              <a:gdLst/>
              <a:ahLst/>
              <a:cxnLst/>
              <a:rect l="l" t="t" r="r" b="b"/>
              <a:pathLst>
                <a:path w="219710" h="219710">
                  <a:moveTo>
                    <a:pt x="219252" y="0"/>
                  </a:moveTo>
                  <a:lnTo>
                    <a:pt x="0" y="0"/>
                  </a:lnTo>
                  <a:lnTo>
                    <a:pt x="0" y="219252"/>
                  </a:lnTo>
                  <a:lnTo>
                    <a:pt x="219252" y="219252"/>
                  </a:lnTo>
                  <a:lnTo>
                    <a:pt x="219252" y="0"/>
                  </a:lnTo>
                  <a:close/>
                </a:path>
              </a:pathLst>
            </a:custGeom>
            <a:solidFill>
              <a:srgbClr val="99D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3381811" y="1935037"/>
              <a:ext cx="219710" cy="219710"/>
            </a:xfrm>
            <a:custGeom>
              <a:avLst/>
              <a:gdLst/>
              <a:ahLst/>
              <a:cxnLst/>
              <a:rect l="l" t="t" r="r" b="b"/>
              <a:pathLst>
                <a:path w="219710" h="219710">
                  <a:moveTo>
                    <a:pt x="0" y="219252"/>
                  </a:moveTo>
                  <a:lnTo>
                    <a:pt x="219252" y="219252"/>
                  </a:lnTo>
                  <a:lnTo>
                    <a:pt x="219252" y="0"/>
                  </a:lnTo>
                  <a:lnTo>
                    <a:pt x="0" y="0"/>
                  </a:lnTo>
                  <a:lnTo>
                    <a:pt x="0" y="219252"/>
                  </a:lnTo>
                  <a:close/>
                </a:path>
              </a:pathLst>
            </a:custGeom>
            <a:ln w="3852">
              <a:solidFill>
                <a:srgbClr val="005B5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3618620" y="1935037"/>
              <a:ext cx="219710" cy="219710"/>
            </a:xfrm>
            <a:custGeom>
              <a:avLst/>
              <a:gdLst/>
              <a:ahLst/>
              <a:cxnLst/>
              <a:rect l="l" t="t" r="r" b="b"/>
              <a:pathLst>
                <a:path w="219710" h="219710">
                  <a:moveTo>
                    <a:pt x="219252" y="0"/>
                  </a:moveTo>
                  <a:lnTo>
                    <a:pt x="0" y="0"/>
                  </a:lnTo>
                  <a:lnTo>
                    <a:pt x="0" y="219252"/>
                  </a:lnTo>
                  <a:lnTo>
                    <a:pt x="219252" y="219252"/>
                  </a:lnTo>
                  <a:lnTo>
                    <a:pt x="219252" y="0"/>
                  </a:lnTo>
                  <a:close/>
                </a:path>
              </a:pathLst>
            </a:custGeom>
            <a:solidFill>
              <a:srgbClr val="99D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3618620" y="1935037"/>
              <a:ext cx="219710" cy="219710"/>
            </a:xfrm>
            <a:custGeom>
              <a:avLst/>
              <a:gdLst/>
              <a:ahLst/>
              <a:cxnLst/>
              <a:rect l="l" t="t" r="r" b="b"/>
              <a:pathLst>
                <a:path w="219710" h="219710">
                  <a:moveTo>
                    <a:pt x="0" y="219252"/>
                  </a:moveTo>
                  <a:lnTo>
                    <a:pt x="219252" y="219252"/>
                  </a:lnTo>
                  <a:lnTo>
                    <a:pt x="219252" y="0"/>
                  </a:lnTo>
                  <a:lnTo>
                    <a:pt x="0" y="0"/>
                  </a:lnTo>
                  <a:lnTo>
                    <a:pt x="0" y="219252"/>
                  </a:lnTo>
                  <a:close/>
                </a:path>
              </a:pathLst>
            </a:custGeom>
            <a:ln w="3852">
              <a:solidFill>
                <a:srgbClr val="005B5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3855429" y="1935037"/>
              <a:ext cx="219710" cy="219710"/>
            </a:xfrm>
            <a:custGeom>
              <a:avLst/>
              <a:gdLst/>
              <a:ahLst/>
              <a:cxnLst/>
              <a:rect l="l" t="t" r="r" b="b"/>
              <a:pathLst>
                <a:path w="219710" h="219710">
                  <a:moveTo>
                    <a:pt x="219252" y="0"/>
                  </a:moveTo>
                  <a:lnTo>
                    <a:pt x="0" y="0"/>
                  </a:lnTo>
                  <a:lnTo>
                    <a:pt x="0" y="219252"/>
                  </a:lnTo>
                  <a:lnTo>
                    <a:pt x="219252" y="219252"/>
                  </a:lnTo>
                  <a:lnTo>
                    <a:pt x="219252" y="0"/>
                  </a:lnTo>
                  <a:close/>
                </a:path>
              </a:pathLst>
            </a:custGeom>
            <a:solidFill>
              <a:srgbClr val="99D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3855429" y="1935037"/>
              <a:ext cx="219710" cy="219710"/>
            </a:xfrm>
            <a:custGeom>
              <a:avLst/>
              <a:gdLst/>
              <a:ahLst/>
              <a:cxnLst/>
              <a:rect l="l" t="t" r="r" b="b"/>
              <a:pathLst>
                <a:path w="219710" h="219710">
                  <a:moveTo>
                    <a:pt x="0" y="219252"/>
                  </a:moveTo>
                  <a:lnTo>
                    <a:pt x="219252" y="219252"/>
                  </a:lnTo>
                  <a:lnTo>
                    <a:pt x="219252" y="0"/>
                  </a:lnTo>
                  <a:lnTo>
                    <a:pt x="0" y="0"/>
                  </a:lnTo>
                  <a:lnTo>
                    <a:pt x="0" y="219252"/>
                  </a:lnTo>
                  <a:close/>
                </a:path>
              </a:pathLst>
            </a:custGeom>
            <a:ln w="3852">
              <a:solidFill>
                <a:srgbClr val="005B5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4092238" y="1935037"/>
              <a:ext cx="219710" cy="219710"/>
            </a:xfrm>
            <a:custGeom>
              <a:avLst/>
              <a:gdLst/>
              <a:ahLst/>
              <a:cxnLst/>
              <a:rect l="l" t="t" r="r" b="b"/>
              <a:pathLst>
                <a:path w="219710" h="219710">
                  <a:moveTo>
                    <a:pt x="219252" y="0"/>
                  </a:moveTo>
                  <a:lnTo>
                    <a:pt x="0" y="0"/>
                  </a:lnTo>
                  <a:lnTo>
                    <a:pt x="0" y="219252"/>
                  </a:lnTo>
                  <a:lnTo>
                    <a:pt x="219252" y="219252"/>
                  </a:lnTo>
                  <a:lnTo>
                    <a:pt x="219252" y="0"/>
                  </a:lnTo>
                  <a:close/>
                </a:path>
              </a:pathLst>
            </a:custGeom>
            <a:solidFill>
              <a:srgbClr val="99D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4092238" y="1935037"/>
              <a:ext cx="219710" cy="219710"/>
            </a:xfrm>
            <a:custGeom>
              <a:avLst/>
              <a:gdLst/>
              <a:ahLst/>
              <a:cxnLst/>
              <a:rect l="l" t="t" r="r" b="b"/>
              <a:pathLst>
                <a:path w="219710" h="219710">
                  <a:moveTo>
                    <a:pt x="0" y="219252"/>
                  </a:moveTo>
                  <a:lnTo>
                    <a:pt x="219252" y="219252"/>
                  </a:lnTo>
                  <a:lnTo>
                    <a:pt x="219252" y="0"/>
                  </a:lnTo>
                  <a:lnTo>
                    <a:pt x="0" y="0"/>
                  </a:lnTo>
                  <a:lnTo>
                    <a:pt x="0" y="219252"/>
                  </a:lnTo>
                  <a:close/>
                </a:path>
              </a:pathLst>
            </a:custGeom>
            <a:ln w="3852">
              <a:solidFill>
                <a:srgbClr val="005B5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4329047" y="1935037"/>
              <a:ext cx="219710" cy="219710"/>
            </a:xfrm>
            <a:custGeom>
              <a:avLst/>
              <a:gdLst/>
              <a:ahLst/>
              <a:cxnLst/>
              <a:rect l="l" t="t" r="r" b="b"/>
              <a:pathLst>
                <a:path w="219710" h="219710">
                  <a:moveTo>
                    <a:pt x="219252" y="0"/>
                  </a:moveTo>
                  <a:lnTo>
                    <a:pt x="0" y="0"/>
                  </a:lnTo>
                  <a:lnTo>
                    <a:pt x="0" y="219252"/>
                  </a:lnTo>
                  <a:lnTo>
                    <a:pt x="219252" y="219252"/>
                  </a:lnTo>
                  <a:lnTo>
                    <a:pt x="219252" y="0"/>
                  </a:lnTo>
                  <a:close/>
                </a:path>
              </a:pathLst>
            </a:custGeom>
            <a:solidFill>
              <a:srgbClr val="99D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4329047" y="1935037"/>
              <a:ext cx="219710" cy="219710"/>
            </a:xfrm>
            <a:custGeom>
              <a:avLst/>
              <a:gdLst/>
              <a:ahLst/>
              <a:cxnLst/>
              <a:rect l="l" t="t" r="r" b="b"/>
              <a:pathLst>
                <a:path w="219710" h="219710">
                  <a:moveTo>
                    <a:pt x="0" y="219252"/>
                  </a:moveTo>
                  <a:lnTo>
                    <a:pt x="219252" y="219252"/>
                  </a:lnTo>
                  <a:lnTo>
                    <a:pt x="219252" y="0"/>
                  </a:lnTo>
                  <a:lnTo>
                    <a:pt x="0" y="0"/>
                  </a:lnTo>
                  <a:lnTo>
                    <a:pt x="0" y="219252"/>
                  </a:lnTo>
                  <a:close/>
                </a:path>
              </a:pathLst>
            </a:custGeom>
            <a:ln w="3852">
              <a:solidFill>
                <a:srgbClr val="005B5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4565855" y="1935037"/>
              <a:ext cx="219710" cy="219710"/>
            </a:xfrm>
            <a:custGeom>
              <a:avLst/>
              <a:gdLst/>
              <a:ahLst/>
              <a:cxnLst/>
              <a:rect l="l" t="t" r="r" b="b"/>
              <a:pathLst>
                <a:path w="219710" h="219710">
                  <a:moveTo>
                    <a:pt x="219252" y="0"/>
                  </a:moveTo>
                  <a:lnTo>
                    <a:pt x="0" y="0"/>
                  </a:lnTo>
                  <a:lnTo>
                    <a:pt x="0" y="219252"/>
                  </a:lnTo>
                  <a:lnTo>
                    <a:pt x="219252" y="219252"/>
                  </a:lnTo>
                  <a:lnTo>
                    <a:pt x="219252" y="0"/>
                  </a:lnTo>
                  <a:close/>
                </a:path>
              </a:pathLst>
            </a:custGeom>
            <a:solidFill>
              <a:srgbClr val="99D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4565855" y="1935037"/>
              <a:ext cx="219710" cy="219710"/>
            </a:xfrm>
            <a:custGeom>
              <a:avLst/>
              <a:gdLst/>
              <a:ahLst/>
              <a:cxnLst/>
              <a:rect l="l" t="t" r="r" b="b"/>
              <a:pathLst>
                <a:path w="219710" h="219710">
                  <a:moveTo>
                    <a:pt x="0" y="219252"/>
                  </a:moveTo>
                  <a:lnTo>
                    <a:pt x="219252" y="219252"/>
                  </a:lnTo>
                  <a:lnTo>
                    <a:pt x="219252" y="0"/>
                  </a:lnTo>
                  <a:lnTo>
                    <a:pt x="0" y="0"/>
                  </a:lnTo>
                  <a:lnTo>
                    <a:pt x="0" y="219252"/>
                  </a:lnTo>
                  <a:close/>
                </a:path>
              </a:pathLst>
            </a:custGeom>
            <a:ln w="3852">
              <a:solidFill>
                <a:srgbClr val="005B5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4802664" y="1935037"/>
              <a:ext cx="219710" cy="219710"/>
            </a:xfrm>
            <a:custGeom>
              <a:avLst/>
              <a:gdLst/>
              <a:ahLst/>
              <a:cxnLst/>
              <a:rect l="l" t="t" r="r" b="b"/>
              <a:pathLst>
                <a:path w="219710" h="219710">
                  <a:moveTo>
                    <a:pt x="219252" y="0"/>
                  </a:moveTo>
                  <a:lnTo>
                    <a:pt x="0" y="0"/>
                  </a:lnTo>
                  <a:lnTo>
                    <a:pt x="0" y="219252"/>
                  </a:lnTo>
                  <a:lnTo>
                    <a:pt x="219252" y="219252"/>
                  </a:lnTo>
                  <a:lnTo>
                    <a:pt x="219252" y="0"/>
                  </a:lnTo>
                  <a:close/>
                </a:path>
              </a:pathLst>
            </a:custGeom>
            <a:solidFill>
              <a:srgbClr val="99D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4802664" y="1935037"/>
              <a:ext cx="219710" cy="219710"/>
            </a:xfrm>
            <a:custGeom>
              <a:avLst/>
              <a:gdLst/>
              <a:ahLst/>
              <a:cxnLst/>
              <a:rect l="l" t="t" r="r" b="b"/>
              <a:pathLst>
                <a:path w="219710" h="219710">
                  <a:moveTo>
                    <a:pt x="0" y="219252"/>
                  </a:moveTo>
                  <a:lnTo>
                    <a:pt x="219252" y="219252"/>
                  </a:lnTo>
                  <a:lnTo>
                    <a:pt x="219252" y="0"/>
                  </a:lnTo>
                  <a:lnTo>
                    <a:pt x="0" y="0"/>
                  </a:lnTo>
                  <a:lnTo>
                    <a:pt x="0" y="219252"/>
                  </a:lnTo>
                  <a:close/>
                </a:path>
              </a:pathLst>
            </a:custGeom>
            <a:ln w="3852">
              <a:solidFill>
                <a:srgbClr val="005B5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5039473" y="1935037"/>
              <a:ext cx="219710" cy="219710"/>
            </a:xfrm>
            <a:custGeom>
              <a:avLst/>
              <a:gdLst/>
              <a:ahLst/>
              <a:cxnLst/>
              <a:rect l="l" t="t" r="r" b="b"/>
              <a:pathLst>
                <a:path w="219710" h="219710">
                  <a:moveTo>
                    <a:pt x="219252" y="0"/>
                  </a:moveTo>
                  <a:lnTo>
                    <a:pt x="0" y="0"/>
                  </a:lnTo>
                  <a:lnTo>
                    <a:pt x="0" y="219252"/>
                  </a:lnTo>
                  <a:lnTo>
                    <a:pt x="219252" y="219252"/>
                  </a:lnTo>
                  <a:lnTo>
                    <a:pt x="219252" y="0"/>
                  </a:lnTo>
                  <a:close/>
                </a:path>
              </a:pathLst>
            </a:custGeom>
            <a:solidFill>
              <a:srgbClr val="99D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5039473" y="1935037"/>
              <a:ext cx="219710" cy="219710"/>
            </a:xfrm>
            <a:custGeom>
              <a:avLst/>
              <a:gdLst/>
              <a:ahLst/>
              <a:cxnLst/>
              <a:rect l="l" t="t" r="r" b="b"/>
              <a:pathLst>
                <a:path w="219710" h="219710">
                  <a:moveTo>
                    <a:pt x="0" y="219252"/>
                  </a:moveTo>
                  <a:lnTo>
                    <a:pt x="219252" y="219252"/>
                  </a:lnTo>
                  <a:lnTo>
                    <a:pt x="219252" y="0"/>
                  </a:lnTo>
                  <a:lnTo>
                    <a:pt x="0" y="0"/>
                  </a:lnTo>
                  <a:lnTo>
                    <a:pt x="0" y="219252"/>
                  </a:lnTo>
                  <a:close/>
                </a:path>
              </a:pathLst>
            </a:custGeom>
            <a:ln w="3852">
              <a:solidFill>
                <a:srgbClr val="005B5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5276282" y="1935037"/>
              <a:ext cx="219710" cy="219710"/>
            </a:xfrm>
            <a:custGeom>
              <a:avLst/>
              <a:gdLst/>
              <a:ahLst/>
              <a:cxnLst/>
              <a:rect l="l" t="t" r="r" b="b"/>
              <a:pathLst>
                <a:path w="219710" h="219710">
                  <a:moveTo>
                    <a:pt x="219252" y="0"/>
                  </a:moveTo>
                  <a:lnTo>
                    <a:pt x="0" y="0"/>
                  </a:lnTo>
                  <a:lnTo>
                    <a:pt x="0" y="219252"/>
                  </a:lnTo>
                  <a:lnTo>
                    <a:pt x="219252" y="219252"/>
                  </a:lnTo>
                  <a:lnTo>
                    <a:pt x="219252" y="0"/>
                  </a:lnTo>
                  <a:close/>
                </a:path>
              </a:pathLst>
            </a:custGeom>
            <a:solidFill>
              <a:srgbClr val="99D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5276282" y="1935037"/>
              <a:ext cx="219710" cy="219710"/>
            </a:xfrm>
            <a:custGeom>
              <a:avLst/>
              <a:gdLst/>
              <a:ahLst/>
              <a:cxnLst/>
              <a:rect l="l" t="t" r="r" b="b"/>
              <a:pathLst>
                <a:path w="219710" h="219710">
                  <a:moveTo>
                    <a:pt x="0" y="219252"/>
                  </a:moveTo>
                  <a:lnTo>
                    <a:pt x="219252" y="219252"/>
                  </a:lnTo>
                  <a:lnTo>
                    <a:pt x="219252" y="0"/>
                  </a:lnTo>
                  <a:lnTo>
                    <a:pt x="0" y="0"/>
                  </a:lnTo>
                  <a:lnTo>
                    <a:pt x="0" y="219252"/>
                  </a:lnTo>
                  <a:close/>
                </a:path>
              </a:pathLst>
            </a:custGeom>
            <a:ln w="3852">
              <a:solidFill>
                <a:srgbClr val="005B5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3145002" y="2169330"/>
              <a:ext cx="219710" cy="67310"/>
            </a:xfrm>
            <a:custGeom>
              <a:avLst/>
              <a:gdLst/>
              <a:ahLst/>
              <a:cxnLst/>
              <a:rect l="l" t="t" r="r" b="b"/>
              <a:pathLst>
                <a:path w="219710" h="67310">
                  <a:moveTo>
                    <a:pt x="219252" y="0"/>
                  </a:moveTo>
                  <a:lnTo>
                    <a:pt x="0" y="0"/>
                  </a:lnTo>
                  <a:lnTo>
                    <a:pt x="0" y="67040"/>
                  </a:lnTo>
                  <a:lnTo>
                    <a:pt x="219252" y="67040"/>
                  </a:lnTo>
                  <a:lnTo>
                    <a:pt x="219252" y="0"/>
                  </a:lnTo>
                  <a:close/>
                </a:path>
              </a:pathLst>
            </a:custGeom>
            <a:solidFill>
              <a:srgbClr val="CCE2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3145002" y="2169330"/>
              <a:ext cx="219710" cy="67310"/>
            </a:xfrm>
            <a:custGeom>
              <a:avLst/>
              <a:gdLst/>
              <a:ahLst/>
              <a:cxnLst/>
              <a:rect l="l" t="t" r="r" b="b"/>
              <a:pathLst>
                <a:path w="219710" h="67310">
                  <a:moveTo>
                    <a:pt x="0" y="67040"/>
                  </a:moveTo>
                  <a:lnTo>
                    <a:pt x="219252" y="67040"/>
                  </a:lnTo>
                  <a:lnTo>
                    <a:pt x="219252" y="0"/>
                  </a:lnTo>
                  <a:lnTo>
                    <a:pt x="0" y="0"/>
                  </a:lnTo>
                  <a:lnTo>
                    <a:pt x="0" y="67040"/>
                  </a:lnTo>
                  <a:close/>
                </a:path>
              </a:pathLst>
            </a:custGeom>
            <a:ln w="3852">
              <a:solidFill>
                <a:srgbClr val="8F9E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3381811" y="2169330"/>
              <a:ext cx="219710" cy="67310"/>
            </a:xfrm>
            <a:custGeom>
              <a:avLst/>
              <a:gdLst/>
              <a:ahLst/>
              <a:cxnLst/>
              <a:rect l="l" t="t" r="r" b="b"/>
              <a:pathLst>
                <a:path w="219710" h="67310">
                  <a:moveTo>
                    <a:pt x="219252" y="0"/>
                  </a:moveTo>
                  <a:lnTo>
                    <a:pt x="0" y="0"/>
                  </a:lnTo>
                  <a:lnTo>
                    <a:pt x="0" y="67040"/>
                  </a:lnTo>
                  <a:lnTo>
                    <a:pt x="219252" y="67040"/>
                  </a:lnTo>
                  <a:lnTo>
                    <a:pt x="219252" y="0"/>
                  </a:lnTo>
                  <a:close/>
                </a:path>
              </a:pathLst>
            </a:custGeom>
            <a:solidFill>
              <a:srgbClr val="CCE2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3381811" y="2169330"/>
              <a:ext cx="219710" cy="67310"/>
            </a:xfrm>
            <a:custGeom>
              <a:avLst/>
              <a:gdLst/>
              <a:ahLst/>
              <a:cxnLst/>
              <a:rect l="l" t="t" r="r" b="b"/>
              <a:pathLst>
                <a:path w="219710" h="67310">
                  <a:moveTo>
                    <a:pt x="0" y="67040"/>
                  </a:moveTo>
                  <a:lnTo>
                    <a:pt x="219252" y="67040"/>
                  </a:lnTo>
                  <a:lnTo>
                    <a:pt x="219252" y="0"/>
                  </a:lnTo>
                  <a:lnTo>
                    <a:pt x="0" y="0"/>
                  </a:lnTo>
                  <a:lnTo>
                    <a:pt x="0" y="67040"/>
                  </a:lnTo>
                  <a:close/>
                </a:path>
              </a:pathLst>
            </a:custGeom>
            <a:ln w="3852">
              <a:solidFill>
                <a:srgbClr val="8F9E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3618620" y="2169330"/>
              <a:ext cx="219710" cy="67310"/>
            </a:xfrm>
            <a:custGeom>
              <a:avLst/>
              <a:gdLst/>
              <a:ahLst/>
              <a:cxnLst/>
              <a:rect l="l" t="t" r="r" b="b"/>
              <a:pathLst>
                <a:path w="219710" h="67310">
                  <a:moveTo>
                    <a:pt x="219252" y="0"/>
                  </a:moveTo>
                  <a:lnTo>
                    <a:pt x="0" y="0"/>
                  </a:lnTo>
                  <a:lnTo>
                    <a:pt x="0" y="67040"/>
                  </a:lnTo>
                  <a:lnTo>
                    <a:pt x="219252" y="67040"/>
                  </a:lnTo>
                  <a:lnTo>
                    <a:pt x="219252" y="0"/>
                  </a:lnTo>
                  <a:close/>
                </a:path>
              </a:pathLst>
            </a:custGeom>
            <a:solidFill>
              <a:srgbClr val="CCE2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3618620" y="2169330"/>
              <a:ext cx="219710" cy="67310"/>
            </a:xfrm>
            <a:custGeom>
              <a:avLst/>
              <a:gdLst/>
              <a:ahLst/>
              <a:cxnLst/>
              <a:rect l="l" t="t" r="r" b="b"/>
              <a:pathLst>
                <a:path w="219710" h="67310">
                  <a:moveTo>
                    <a:pt x="0" y="67040"/>
                  </a:moveTo>
                  <a:lnTo>
                    <a:pt x="219252" y="67040"/>
                  </a:lnTo>
                  <a:lnTo>
                    <a:pt x="219252" y="0"/>
                  </a:lnTo>
                  <a:lnTo>
                    <a:pt x="0" y="0"/>
                  </a:lnTo>
                  <a:lnTo>
                    <a:pt x="0" y="67040"/>
                  </a:lnTo>
                  <a:close/>
                </a:path>
              </a:pathLst>
            </a:custGeom>
            <a:ln w="3852">
              <a:solidFill>
                <a:srgbClr val="8F9E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3855429" y="2169330"/>
              <a:ext cx="219710" cy="67310"/>
            </a:xfrm>
            <a:custGeom>
              <a:avLst/>
              <a:gdLst/>
              <a:ahLst/>
              <a:cxnLst/>
              <a:rect l="l" t="t" r="r" b="b"/>
              <a:pathLst>
                <a:path w="219710" h="67310">
                  <a:moveTo>
                    <a:pt x="219252" y="0"/>
                  </a:moveTo>
                  <a:lnTo>
                    <a:pt x="0" y="0"/>
                  </a:lnTo>
                  <a:lnTo>
                    <a:pt x="0" y="67040"/>
                  </a:lnTo>
                  <a:lnTo>
                    <a:pt x="219252" y="67040"/>
                  </a:lnTo>
                  <a:lnTo>
                    <a:pt x="219252" y="0"/>
                  </a:lnTo>
                  <a:close/>
                </a:path>
              </a:pathLst>
            </a:custGeom>
            <a:solidFill>
              <a:srgbClr val="CCE2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3855429" y="2169330"/>
              <a:ext cx="219710" cy="67310"/>
            </a:xfrm>
            <a:custGeom>
              <a:avLst/>
              <a:gdLst/>
              <a:ahLst/>
              <a:cxnLst/>
              <a:rect l="l" t="t" r="r" b="b"/>
              <a:pathLst>
                <a:path w="219710" h="67310">
                  <a:moveTo>
                    <a:pt x="0" y="67040"/>
                  </a:moveTo>
                  <a:lnTo>
                    <a:pt x="219252" y="67040"/>
                  </a:lnTo>
                  <a:lnTo>
                    <a:pt x="219252" y="0"/>
                  </a:lnTo>
                  <a:lnTo>
                    <a:pt x="0" y="0"/>
                  </a:lnTo>
                  <a:lnTo>
                    <a:pt x="0" y="67040"/>
                  </a:lnTo>
                  <a:close/>
                </a:path>
              </a:pathLst>
            </a:custGeom>
            <a:ln w="3852">
              <a:solidFill>
                <a:srgbClr val="8F9E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4092238" y="2169330"/>
              <a:ext cx="219710" cy="67310"/>
            </a:xfrm>
            <a:custGeom>
              <a:avLst/>
              <a:gdLst/>
              <a:ahLst/>
              <a:cxnLst/>
              <a:rect l="l" t="t" r="r" b="b"/>
              <a:pathLst>
                <a:path w="219710" h="67310">
                  <a:moveTo>
                    <a:pt x="219252" y="0"/>
                  </a:moveTo>
                  <a:lnTo>
                    <a:pt x="0" y="0"/>
                  </a:lnTo>
                  <a:lnTo>
                    <a:pt x="0" y="67040"/>
                  </a:lnTo>
                  <a:lnTo>
                    <a:pt x="219252" y="67040"/>
                  </a:lnTo>
                  <a:lnTo>
                    <a:pt x="219252" y="0"/>
                  </a:lnTo>
                  <a:close/>
                </a:path>
              </a:pathLst>
            </a:custGeom>
            <a:solidFill>
              <a:srgbClr val="CCE2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4092238" y="2169330"/>
              <a:ext cx="219710" cy="67310"/>
            </a:xfrm>
            <a:custGeom>
              <a:avLst/>
              <a:gdLst/>
              <a:ahLst/>
              <a:cxnLst/>
              <a:rect l="l" t="t" r="r" b="b"/>
              <a:pathLst>
                <a:path w="219710" h="67310">
                  <a:moveTo>
                    <a:pt x="0" y="67040"/>
                  </a:moveTo>
                  <a:lnTo>
                    <a:pt x="219252" y="67040"/>
                  </a:lnTo>
                  <a:lnTo>
                    <a:pt x="219252" y="0"/>
                  </a:lnTo>
                  <a:lnTo>
                    <a:pt x="0" y="0"/>
                  </a:lnTo>
                  <a:lnTo>
                    <a:pt x="0" y="67040"/>
                  </a:lnTo>
                  <a:close/>
                </a:path>
              </a:pathLst>
            </a:custGeom>
            <a:ln w="3852">
              <a:solidFill>
                <a:srgbClr val="8F9E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4329047" y="2169330"/>
              <a:ext cx="219710" cy="67310"/>
            </a:xfrm>
            <a:custGeom>
              <a:avLst/>
              <a:gdLst/>
              <a:ahLst/>
              <a:cxnLst/>
              <a:rect l="l" t="t" r="r" b="b"/>
              <a:pathLst>
                <a:path w="219710" h="67310">
                  <a:moveTo>
                    <a:pt x="219252" y="0"/>
                  </a:moveTo>
                  <a:lnTo>
                    <a:pt x="0" y="0"/>
                  </a:lnTo>
                  <a:lnTo>
                    <a:pt x="0" y="67040"/>
                  </a:lnTo>
                  <a:lnTo>
                    <a:pt x="219252" y="67040"/>
                  </a:lnTo>
                  <a:lnTo>
                    <a:pt x="219252" y="0"/>
                  </a:lnTo>
                  <a:close/>
                </a:path>
              </a:pathLst>
            </a:custGeom>
            <a:solidFill>
              <a:srgbClr val="CCE2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4329047" y="2169330"/>
              <a:ext cx="219710" cy="67310"/>
            </a:xfrm>
            <a:custGeom>
              <a:avLst/>
              <a:gdLst/>
              <a:ahLst/>
              <a:cxnLst/>
              <a:rect l="l" t="t" r="r" b="b"/>
              <a:pathLst>
                <a:path w="219710" h="67310">
                  <a:moveTo>
                    <a:pt x="0" y="67040"/>
                  </a:moveTo>
                  <a:lnTo>
                    <a:pt x="219252" y="67040"/>
                  </a:lnTo>
                  <a:lnTo>
                    <a:pt x="219252" y="0"/>
                  </a:lnTo>
                  <a:lnTo>
                    <a:pt x="0" y="0"/>
                  </a:lnTo>
                  <a:lnTo>
                    <a:pt x="0" y="67040"/>
                  </a:lnTo>
                  <a:close/>
                </a:path>
              </a:pathLst>
            </a:custGeom>
            <a:ln w="3852">
              <a:solidFill>
                <a:srgbClr val="8F9E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4565855" y="2169330"/>
              <a:ext cx="219710" cy="67310"/>
            </a:xfrm>
            <a:custGeom>
              <a:avLst/>
              <a:gdLst/>
              <a:ahLst/>
              <a:cxnLst/>
              <a:rect l="l" t="t" r="r" b="b"/>
              <a:pathLst>
                <a:path w="219710" h="67310">
                  <a:moveTo>
                    <a:pt x="219252" y="0"/>
                  </a:moveTo>
                  <a:lnTo>
                    <a:pt x="0" y="0"/>
                  </a:lnTo>
                  <a:lnTo>
                    <a:pt x="0" y="67040"/>
                  </a:lnTo>
                  <a:lnTo>
                    <a:pt x="219252" y="67040"/>
                  </a:lnTo>
                  <a:lnTo>
                    <a:pt x="219252" y="0"/>
                  </a:lnTo>
                  <a:close/>
                </a:path>
              </a:pathLst>
            </a:custGeom>
            <a:solidFill>
              <a:srgbClr val="CCE2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4565855" y="2169330"/>
              <a:ext cx="219710" cy="67310"/>
            </a:xfrm>
            <a:custGeom>
              <a:avLst/>
              <a:gdLst/>
              <a:ahLst/>
              <a:cxnLst/>
              <a:rect l="l" t="t" r="r" b="b"/>
              <a:pathLst>
                <a:path w="219710" h="67310">
                  <a:moveTo>
                    <a:pt x="0" y="67040"/>
                  </a:moveTo>
                  <a:lnTo>
                    <a:pt x="219252" y="67040"/>
                  </a:lnTo>
                  <a:lnTo>
                    <a:pt x="219252" y="0"/>
                  </a:lnTo>
                  <a:lnTo>
                    <a:pt x="0" y="0"/>
                  </a:lnTo>
                  <a:lnTo>
                    <a:pt x="0" y="67040"/>
                  </a:lnTo>
                  <a:close/>
                </a:path>
              </a:pathLst>
            </a:custGeom>
            <a:ln w="3852">
              <a:solidFill>
                <a:srgbClr val="8F9E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4802664" y="2169130"/>
              <a:ext cx="219710" cy="67945"/>
            </a:xfrm>
            <a:custGeom>
              <a:avLst/>
              <a:gdLst/>
              <a:ahLst/>
              <a:cxnLst/>
              <a:rect l="l" t="t" r="r" b="b"/>
              <a:pathLst>
                <a:path w="219710" h="67944">
                  <a:moveTo>
                    <a:pt x="219252" y="0"/>
                  </a:moveTo>
                  <a:lnTo>
                    <a:pt x="0" y="0"/>
                  </a:lnTo>
                  <a:lnTo>
                    <a:pt x="0" y="67441"/>
                  </a:lnTo>
                  <a:lnTo>
                    <a:pt x="219252" y="67441"/>
                  </a:lnTo>
                  <a:lnTo>
                    <a:pt x="219252" y="0"/>
                  </a:lnTo>
                  <a:close/>
                </a:path>
              </a:pathLst>
            </a:custGeom>
            <a:solidFill>
              <a:srgbClr val="CCE2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4802664" y="2169130"/>
              <a:ext cx="219710" cy="67945"/>
            </a:xfrm>
            <a:custGeom>
              <a:avLst/>
              <a:gdLst/>
              <a:ahLst/>
              <a:cxnLst/>
              <a:rect l="l" t="t" r="r" b="b"/>
              <a:pathLst>
                <a:path w="219710" h="67944">
                  <a:moveTo>
                    <a:pt x="0" y="67441"/>
                  </a:moveTo>
                  <a:lnTo>
                    <a:pt x="219252" y="67441"/>
                  </a:lnTo>
                  <a:lnTo>
                    <a:pt x="219252" y="0"/>
                  </a:lnTo>
                  <a:lnTo>
                    <a:pt x="0" y="0"/>
                  </a:lnTo>
                  <a:lnTo>
                    <a:pt x="0" y="67441"/>
                  </a:lnTo>
                  <a:close/>
                </a:path>
              </a:pathLst>
            </a:custGeom>
            <a:ln w="3852">
              <a:solidFill>
                <a:srgbClr val="8F9E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5039473" y="2169330"/>
              <a:ext cx="219710" cy="67310"/>
            </a:xfrm>
            <a:custGeom>
              <a:avLst/>
              <a:gdLst/>
              <a:ahLst/>
              <a:cxnLst/>
              <a:rect l="l" t="t" r="r" b="b"/>
              <a:pathLst>
                <a:path w="219710" h="67310">
                  <a:moveTo>
                    <a:pt x="219252" y="0"/>
                  </a:moveTo>
                  <a:lnTo>
                    <a:pt x="0" y="0"/>
                  </a:lnTo>
                  <a:lnTo>
                    <a:pt x="0" y="67040"/>
                  </a:lnTo>
                  <a:lnTo>
                    <a:pt x="219252" y="67040"/>
                  </a:lnTo>
                  <a:lnTo>
                    <a:pt x="219252" y="0"/>
                  </a:lnTo>
                  <a:close/>
                </a:path>
              </a:pathLst>
            </a:custGeom>
            <a:solidFill>
              <a:srgbClr val="CCE2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5039473" y="2169330"/>
              <a:ext cx="219710" cy="67310"/>
            </a:xfrm>
            <a:custGeom>
              <a:avLst/>
              <a:gdLst/>
              <a:ahLst/>
              <a:cxnLst/>
              <a:rect l="l" t="t" r="r" b="b"/>
              <a:pathLst>
                <a:path w="219710" h="67310">
                  <a:moveTo>
                    <a:pt x="0" y="67040"/>
                  </a:moveTo>
                  <a:lnTo>
                    <a:pt x="219252" y="67040"/>
                  </a:lnTo>
                  <a:lnTo>
                    <a:pt x="219252" y="0"/>
                  </a:lnTo>
                  <a:lnTo>
                    <a:pt x="0" y="0"/>
                  </a:lnTo>
                  <a:lnTo>
                    <a:pt x="0" y="67040"/>
                  </a:lnTo>
                  <a:close/>
                </a:path>
              </a:pathLst>
            </a:custGeom>
            <a:ln w="3852">
              <a:solidFill>
                <a:srgbClr val="8F9E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5276282" y="2169330"/>
              <a:ext cx="219710" cy="67310"/>
            </a:xfrm>
            <a:custGeom>
              <a:avLst/>
              <a:gdLst/>
              <a:ahLst/>
              <a:cxnLst/>
              <a:rect l="l" t="t" r="r" b="b"/>
              <a:pathLst>
                <a:path w="219710" h="67310">
                  <a:moveTo>
                    <a:pt x="219252" y="0"/>
                  </a:moveTo>
                  <a:lnTo>
                    <a:pt x="0" y="0"/>
                  </a:lnTo>
                  <a:lnTo>
                    <a:pt x="0" y="67040"/>
                  </a:lnTo>
                  <a:lnTo>
                    <a:pt x="219252" y="67040"/>
                  </a:lnTo>
                  <a:lnTo>
                    <a:pt x="219252" y="0"/>
                  </a:lnTo>
                  <a:close/>
                </a:path>
              </a:pathLst>
            </a:custGeom>
            <a:solidFill>
              <a:srgbClr val="CCE2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5276282" y="2169330"/>
              <a:ext cx="219710" cy="67310"/>
            </a:xfrm>
            <a:custGeom>
              <a:avLst/>
              <a:gdLst/>
              <a:ahLst/>
              <a:cxnLst/>
              <a:rect l="l" t="t" r="r" b="b"/>
              <a:pathLst>
                <a:path w="219710" h="67310">
                  <a:moveTo>
                    <a:pt x="0" y="67040"/>
                  </a:moveTo>
                  <a:lnTo>
                    <a:pt x="219252" y="67040"/>
                  </a:lnTo>
                  <a:lnTo>
                    <a:pt x="219252" y="0"/>
                  </a:lnTo>
                  <a:lnTo>
                    <a:pt x="0" y="0"/>
                  </a:lnTo>
                  <a:lnTo>
                    <a:pt x="0" y="67040"/>
                  </a:lnTo>
                  <a:close/>
                </a:path>
              </a:pathLst>
            </a:custGeom>
            <a:ln w="3852">
              <a:solidFill>
                <a:srgbClr val="8F9E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3" name="object 63"/>
          <p:cNvSpPr txBox="1"/>
          <p:nvPr/>
        </p:nvSpPr>
        <p:spPr>
          <a:xfrm>
            <a:off x="446781" y="1875351"/>
            <a:ext cx="5016500" cy="380365"/>
          </a:xfrm>
          <a:prstGeom prst="rect">
            <a:avLst/>
          </a:prstGeom>
        </p:spPr>
        <p:txBody>
          <a:bodyPr vert="horz" wrap="square" lIns="0" tIns="654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15"/>
              </a:spcBef>
              <a:tabLst>
                <a:tab pos="260985" algn="l"/>
                <a:tab pos="509905" algn="l"/>
                <a:tab pos="758825" algn="l"/>
                <a:tab pos="2774950" algn="l"/>
                <a:tab pos="3011805" algn="l"/>
                <a:tab pos="3248660" algn="l"/>
                <a:tab pos="3485515" algn="l"/>
                <a:tab pos="3689985" algn="l"/>
                <a:tab pos="4432935" algn="l"/>
                <a:tab pos="4637405" algn="l"/>
              </a:tabLst>
            </a:pPr>
            <a:r>
              <a:rPr sz="1725" spc="-75" baseline="2415" dirty="0">
                <a:latin typeface="Arial MT"/>
                <a:cs typeface="Arial MT"/>
              </a:rPr>
              <a:t>8</a:t>
            </a:r>
            <a:r>
              <a:rPr sz="1725" baseline="2415" dirty="0">
                <a:latin typeface="Arial MT"/>
                <a:cs typeface="Arial MT"/>
              </a:rPr>
              <a:t>	</a:t>
            </a:r>
            <a:r>
              <a:rPr sz="1725" spc="-75" baseline="2415" dirty="0">
                <a:latin typeface="Arial MT"/>
                <a:cs typeface="Arial MT"/>
              </a:rPr>
              <a:t>9</a:t>
            </a:r>
            <a:r>
              <a:rPr sz="1725" baseline="2415" dirty="0">
                <a:latin typeface="Arial MT"/>
                <a:cs typeface="Arial MT"/>
              </a:rPr>
              <a:t>	</a:t>
            </a:r>
            <a:r>
              <a:rPr sz="1725" spc="-89" baseline="2415" dirty="0">
                <a:latin typeface="Arial MT"/>
                <a:cs typeface="Arial MT"/>
              </a:rPr>
              <a:t>2</a:t>
            </a:r>
            <a:r>
              <a:rPr sz="1725" baseline="2415" dirty="0">
                <a:latin typeface="Arial MT"/>
                <a:cs typeface="Arial MT"/>
              </a:rPr>
              <a:t>	</a:t>
            </a:r>
            <a:r>
              <a:rPr sz="1725" spc="-75" baseline="2415" dirty="0">
                <a:latin typeface="Arial MT"/>
                <a:cs typeface="Arial MT"/>
              </a:rPr>
              <a:t>8</a:t>
            </a:r>
            <a:r>
              <a:rPr sz="1725" baseline="2415" dirty="0">
                <a:latin typeface="Arial MT"/>
                <a:cs typeface="Arial MT"/>
              </a:rPr>
              <a:t>	</a:t>
            </a:r>
            <a:r>
              <a:rPr sz="1100" spc="-50" dirty="0">
                <a:latin typeface="Arial MT"/>
                <a:cs typeface="Arial MT"/>
              </a:rPr>
              <a:t>8</a:t>
            </a:r>
            <a:r>
              <a:rPr sz="1100" dirty="0">
                <a:latin typeface="Arial MT"/>
                <a:cs typeface="Arial MT"/>
              </a:rPr>
              <a:t>	</a:t>
            </a:r>
            <a:r>
              <a:rPr sz="1100" spc="-50" dirty="0">
                <a:latin typeface="Arial MT"/>
                <a:cs typeface="Arial MT"/>
              </a:rPr>
              <a:t>9</a:t>
            </a:r>
            <a:r>
              <a:rPr sz="1100" dirty="0">
                <a:latin typeface="Arial MT"/>
                <a:cs typeface="Arial MT"/>
              </a:rPr>
              <a:t>	</a:t>
            </a:r>
            <a:r>
              <a:rPr sz="1100" spc="-50" dirty="0">
                <a:latin typeface="Arial MT"/>
                <a:cs typeface="Arial MT"/>
              </a:rPr>
              <a:t>2</a:t>
            </a:r>
            <a:r>
              <a:rPr sz="1100" dirty="0">
                <a:latin typeface="Arial MT"/>
                <a:cs typeface="Arial MT"/>
              </a:rPr>
              <a:t>	</a:t>
            </a:r>
            <a:r>
              <a:rPr sz="1100" spc="-50" dirty="0">
                <a:latin typeface="Arial MT"/>
                <a:cs typeface="Arial MT"/>
              </a:rPr>
              <a:t>8</a:t>
            </a:r>
            <a:r>
              <a:rPr sz="1100" dirty="0">
                <a:latin typeface="Arial MT"/>
                <a:cs typeface="Arial MT"/>
              </a:rPr>
              <a:t>	40</a:t>
            </a:r>
            <a:r>
              <a:rPr sz="1100" spc="30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22</a:t>
            </a:r>
            <a:r>
              <a:rPr sz="1100" spc="310" dirty="0">
                <a:latin typeface="Arial MT"/>
                <a:cs typeface="Arial MT"/>
              </a:rPr>
              <a:t> </a:t>
            </a:r>
            <a:r>
              <a:rPr sz="1100" spc="-25" dirty="0">
                <a:latin typeface="Arial MT"/>
                <a:cs typeface="Arial MT"/>
              </a:rPr>
              <a:t>81</a:t>
            </a:r>
            <a:r>
              <a:rPr sz="1100" dirty="0">
                <a:latin typeface="Arial MT"/>
                <a:cs typeface="Arial MT"/>
              </a:rPr>
              <a:t>	</a:t>
            </a:r>
            <a:r>
              <a:rPr sz="1100" spc="-50" dirty="0">
                <a:latin typeface="Arial MT"/>
                <a:cs typeface="Arial MT"/>
              </a:rPr>
              <a:t>4</a:t>
            </a:r>
            <a:r>
              <a:rPr sz="1100" dirty="0">
                <a:latin typeface="Arial MT"/>
                <a:cs typeface="Arial MT"/>
              </a:rPr>
              <a:t>	58</a:t>
            </a:r>
            <a:r>
              <a:rPr sz="1100" spc="305" dirty="0">
                <a:latin typeface="Arial MT"/>
                <a:cs typeface="Arial MT"/>
              </a:rPr>
              <a:t> </a:t>
            </a:r>
            <a:r>
              <a:rPr sz="1100" spc="-70" dirty="0">
                <a:latin typeface="Arial MT"/>
                <a:cs typeface="Arial MT"/>
              </a:rPr>
              <a:t>80</a:t>
            </a:r>
            <a:endParaRPr sz="1100">
              <a:latin typeface="Arial MT"/>
              <a:cs typeface="Arial MT"/>
            </a:endParaRPr>
          </a:p>
          <a:p>
            <a:pPr marL="27305">
              <a:lnSpc>
                <a:spcPct val="100000"/>
              </a:lnSpc>
              <a:spcBef>
                <a:spcPts val="265"/>
              </a:spcBef>
              <a:tabLst>
                <a:tab pos="276225" algn="l"/>
                <a:tab pos="525145" algn="l"/>
                <a:tab pos="774065" algn="l"/>
                <a:tab pos="1166495" algn="l"/>
                <a:tab pos="1414780" algn="l"/>
                <a:tab pos="1662430" algn="l"/>
                <a:tab pos="1910714" algn="l"/>
                <a:tab pos="2159000" algn="l"/>
                <a:tab pos="2406650" algn="l"/>
                <a:tab pos="2789555" algn="l"/>
                <a:tab pos="3026410" algn="l"/>
                <a:tab pos="3263265" algn="l"/>
                <a:tab pos="3500120" algn="l"/>
                <a:tab pos="3736975" algn="l"/>
                <a:tab pos="3973829" algn="l"/>
                <a:tab pos="4210685" algn="l"/>
                <a:tab pos="4446905" algn="l"/>
                <a:tab pos="4683760" algn="l"/>
                <a:tab pos="4920615" algn="l"/>
              </a:tabLst>
            </a:pPr>
            <a:r>
              <a:rPr sz="600" spc="-50" dirty="0">
                <a:latin typeface="Arial MT"/>
                <a:cs typeface="Arial MT"/>
              </a:rPr>
              <a:t>0</a:t>
            </a:r>
            <a:r>
              <a:rPr sz="600" dirty="0">
                <a:latin typeface="Arial MT"/>
                <a:cs typeface="Arial MT"/>
              </a:rPr>
              <a:t>	</a:t>
            </a:r>
            <a:r>
              <a:rPr sz="600" spc="-50" dirty="0">
                <a:latin typeface="Arial MT"/>
                <a:cs typeface="Arial MT"/>
              </a:rPr>
              <a:t>1</a:t>
            </a:r>
            <a:r>
              <a:rPr sz="600" dirty="0">
                <a:latin typeface="Arial MT"/>
                <a:cs typeface="Arial MT"/>
              </a:rPr>
              <a:t>	</a:t>
            </a:r>
            <a:r>
              <a:rPr sz="600" spc="-50" dirty="0">
                <a:latin typeface="Arial MT"/>
                <a:cs typeface="Arial MT"/>
              </a:rPr>
              <a:t>2</a:t>
            </a:r>
            <a:r>
              <a:rPr sz="600" dirty="0">
                <a:latin typeface="Arial MT"/>
                <a:cs typeface="Arial MT"/>
              </a:rPr>
              <a:t>	</a:t>
            </a:r>
            <a:r>
              <a:rPr sz="600" spc="-50" dirty="0">
                <a:latin typeface="Arial MT"/>
                <a:cs typeface="Arial MT"/>
              </a:rPr>
              <a:t>3</a:t>
            </a:r>
            <a:r>
              <a:rPr sz="600" dirty="0">
                <a:latin typeface="Arial MT"/>
                <a:cs typeface="Arial MT"/>
              </a:rPr>
              <a:t>	</a:t>
            </a:r>
            <a:r>
              <a:rPr sz="600" spc="-50" dirty="0">
                <a:latin typeface="Arial MT"/>
                <a:cs typeface="Arial MT"/>
              </a:rPr>
              <a:t>0</a:t>
            </a:r>
            <a:r>
              <a:rPr sz="600" dirty="0">
                <a:latin typeface="Arial MT"/>
                <a:cs typeface="Arial MT"/>
              </a:rPr>
              <a:t>	</a:t>
            </a:r>
            <a:r>
              <a:rPr sz="600" spc="-50" dirty="0">
                <a:latin typeface="Arial MT"/>
                <a:cs typeface="Arial MT"/>
              </a:rPr>
              <a:t>1</a:t>
            </a:r>
            <a:r>
              <a:rPr sz="600" dirty="0">
                <a:latin typeface="Arial MT"/>
                <a:cs typeface="Arial MT"/>
              </a:rPr>
              <a:t>	</a:t>
            </a:r>
            <a:r>
              <a:rPr sz="600" spc="-50" dirty="0">
                <a:latin typeface="Arial MT"/>
                <a:cs typeface="Arial MT"/>
              </a:rPr>
              <a:t>2</a:t>
            </a:r>
            <a:r>
              <a:rPr sz="600" dirty="0">
                <a:latin typeface="Arial MT"/>
                <a:cs typeface="Arial MT"/>
              </a:rPr>
              <a:t>	</a:t>
            </a:r>
            <a:r>
              <a:rPr sz="600" spc="-50" dirty="0">
                <a:latin typeface="Arial MT"/>
                <a:cs typeface="Arial MT"/>
              </a:rPr>
              <a:t>3</a:t>
            </a:r>
            <a:r>
              <a:rPr sz="600" dirty="0">
                <a:latin typeface="Arial MT"/>
                <a:cs typeface="Arial MT"/>
              </a:rPr>
              <a:t>	</a:t>
            </a:r>
            <a:r>
              <a:rPr sz="600" spc="-50" dirty="0">
                <a:latin typeface="Arial MT"/>
                <a:cs typeface="Arial MT"/>
              </a:rPr>
              <a:t>4</a:t>
            </a:r>
            <a:r>
              <a:rPr sz="600" dirty="0">
                <a:latin typeface="Arial MT"/>
                <a:cs typeface="Arial MT"/>
              </a:rPr>
              <a:t>	</a:t>
            </a:r>
            <a:r>
              <a:rPr sz="600" spc="-50" dirty="0">
                <a:latin typeface="Arial MT"/>
                <a:cs typeface="Arial MT"/>
              </a:rPr>
              <a:t>5</a:t>
            </a:r>
            <a:r>
              <a:rPr sz="600" dirty="0">
                <a:latin typeface="Arial MT"/>
                <a:cs typeface="Arial MT"/>
              </a:rPr>
              <a:t>	</a:t>
            </a:r>
            <a:r>
              <a:rPr sz="600" spc="-50" dirty="0">
                <a:latin typeface="Arial MT"/>
                <a:cs typeface="Arial MT"/>
              </a:rPr>
              <a:t>0</a:t>
            </a:r>
            <a:r>
              <a:rPr sz="600" dirty="0">
                <a:latin typeface="Arial MT"/>
                <a:cs typeface="Arial MT"/>
              </a:rPr>
              <a:t>	</a:t>
            </a:r>
            <a:r>
              <a:rPr sz="600" spc="-50" dirty="0">
                <a:latin typeface="Arial MT"/>
                <a:cs typeface="Arial MT"/>
              </a:rPr>
              <a:t>1</a:t>
            </a:r>
            <a:r>
              <a:rPr sz="600" dirty="0">
                <a:latin typeface="Arial MT"/>
                <a:cs typeface="Arial MT"/>
              </a:rPr>
              <a:t>	</a:t>
            </a:r>
            <a:r>
              <a:rPr sz="600" spc="-50" dirty="0">
                <a:latin typeface="Arial MT"/>
                <a:cs typeface="Arial MT"/>
              </a:rPr>
              <a:t>2</a:t>
            </a:r>
            <a:r>
              <a:rPr sz="600" dirty="0">
                <a:latin typeface="Arial MT"/>
                <a:cs typeface="Arial MT"/>
              </a:rPr>
              <a:t>	</a:t>
            </a:r>
            <a:r>
              <a:rPr sz="600" spc="-50" dirty="0">
                <a:latin typeface="Arial MT"/>
                <a:cs typeface="Arial MT"/>
              </a:rPr>
              <a:t>3</a:t>
            </a:r>
            <a:r>
              <a:rPr sz="600" dirty="0">
                <a:latin typeface="Arial MT"/>
                <a:cs typeface="Arial MT"/>
              </a:rPr>
              <a:t>	</a:t>
            </a:r>
            <a:r>
              <a:rPr sz="600" spc="-50" dirty="0">
                <a:latin typeface="Arial MT"/>
                <a:cs typeface="Arial MT"/>
              </a:rPr>
              <a:t>4</a:t>
            </a:r>
            <a:r>
              <a:rPr sz="600" dirty="0">
                <a:latin typeface="Arial MT"/>
                <a:cs typeface="Arial MT"/>
              </a:rPr>
              <a:t>	</a:t>
            </a:r>
            <a:r>
              <a:rPr sz="600" spc="-50" dirty="0">
                <a:latin typeface="Arial MT"/>
                <a:cs typeface="Arial MT"/>
              </a:rPr>
              <a:t>5</a:t>
            </a:r>
            <a:r>
              <a:rPr sz="600" dirty="0">
                <a:latin typeface="Arial MT"/>
                <a:cs typeface="Arial MT"/>
              </a:rPr>
              <a:t>	</a:t>
            </a:r>
            <a:r>
              <a:rPr sz="600" spc="-50" dirty="0">
                <a:latin typeface="Arial MT"/>
                <a:cs typeface="Arial MT"/>
              </a:rPr>
              <a:t>6</a:t>
            </a:r>
            <a:r>
              <a:rPr sz="600" dirty="0">
                <a:latin typeface="Arial MT"/>
                <a:cs typeface="Arial MT"/>
              </a:rPr>
              <a:t>	</a:t>
            </a:r>
            <a:r>
              <a:rPr sz="600" spc="-50" dirty="0">
                <a:latin typeface="Arial MT"/>
                <a:cs typeface="Arial MT"/>
              </a:rPr>
              <a:t>7</a:t>
            </a:r>
            <a:r>
              <a:rPr sz="600" dirty="0">
                <a:latin typeface="Arial MT"/>
                <a:cs typeface="Arial MT"/>
              </a:rPr>
              <a:t>	</a:t>
            </a:r>
            <a:r>
              <a:rPr sz="600" spc="-50" dirty="0">
                <a:latin typeface="Arial MT"/>
                <a:cs typeface="Arial MT"/>
              </a:rPr>
              <a:t>8</a:t>
            </a:r>
            <a:r>
              <a:rPr sz="600" dirty="0">
                <a:latin typeface="Arial MT"/>
                <a:cs typeface="Arial MT"/>
              </a:rPr>
              <a:t>	</a:t>
            </a:r>
            <a:r>
              <a:rPr sz="600" spc="-50" dirty="0">
                <a:latin typeface="Arial MT"/>
                <a:cs typeface="Arial MT"/>
              </a:rPr>
              <a:t>9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64" name="object 64"/>
          <p:cNvSpPr/>
          <p:nvPr/>
        </p:nvSpPr>
        <p:spPr>
          <a:xfrm>
            <a:off x="614684" y="2369206"/>
            <a:ext cx="499109" cy="433705"/>
          </a:xfrm>
          <a:custGeom>
            <a:avLst/>
            <a:gdLst/>
            <a:ahLst/>
            <a:cxnLst/>
            <a:rect l="l" t="t" r="r" b="b"/>
            <a:pathLst>
              <a:path w="499109" h="433705">
                <a:moveTo>
                  <a:pt x="294315" y="228068"/>
                </a:moveTo>
                <a:lnTo>
                  <a:pt x="258033" y="20650"/>
                </a:lnTo>
                <a:lnTo>
                  <a:pt x="253954" y="5162"/>
                </a:lnTo>
                <a:lnTo>
                  <a:pt x="249314" y="0"/>
                </a:lnTo>
                <a:lnTo>
                  <a:pt x="244674" y="5162"/>
                </a:lnTo>
                <a:lnTo>
                  <a:pt x="240595" y="20650"/>
                </a:lnTo>
                <a:lnTo>
                  <a:pt x="204314" y="228068"/>
                </a:lnTo>
                <a:lnTo>
                  <a:pt x="50610" y="228068"/>
                </a:lnTo>
                <a:lnTo>
                  <a:pt x="30910" y="232045"/>
                </a:lnTo>
                <a:lnTo>
                  <a:pt x="14823" y="242891"/>
                </a:lnTo>
                <a:lnTo>
                  <a:pt x="3977" y="258978"/>
                </a:lnTo>
                <a:lnTo>
                  <a:pt x="0" y="278678"/>
                </a:lnTo>
                <a:lnTo>
                  <a:pt x="0" y="382923"/>
                </a:lnTo>
                <a:lnTo>
                  <a:pt x="3977" y="402623"/>
                </a:lnTo>
                <a:lnTo>
                  <a:pt x="14823" y="418710"/>
                </a:lnTo>
                <a:lnTo>
                  <a:pt x="30910" y="429557"/>
                </a:lnTo>
                <a:lnTo>
                  <a:pt x="50610" y="433534"/>
                </a:lnTo>
                <a:lnTo>
                  <a:pt x="448018" y="433534"/>
                </a:lnTo>
                <a:lnTo>
                  <a:pt x="467718" y="429557"/>
                </a:lnTo>
                <a:lnTo>
                  <a:pt x="483806" y="418710"/>
                </a:lnTo>
                <a:lnTo>
                  <a:pt x="494652" y="402623"/>
                </a:lnTo>
                <a:lnTo>
                  <a:pt x="498629" y="382923"/>
                </a:lnTo>
                <a:lnTo>
                  <a:pt x="498629" y="278678"/>
                </a:lnTo>
                <a:lnTo>
                  <a:pt x="494652" y="258978"/>
                </a:lnTo>
                <a:lnTo>
                  <a:pt x="483806" y="242891"/>
                </a:lnTo>
                <a:lnTo>
                  <a:pt x="467718" y="232045"/>
                </a:lnTo>
                <a:lnTo>
                  <a:pt x="448018" y="228068"/>
                </a:lnTo>
                <a:lnTo>
                  <a:pt x="294315" y="228068"/>
                </a:lnTo>
                <a:close/>
              </a:path>
            </a:pathLst>
          </a:custGeom>
          <a:ln w="50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 txBox="1"/>
          <p:nvPr/>
        </p:nvSpPr>
        <p:spPr>
          <a:xfrm>
            <a:off x="662711" y="2601904"/>
            <a:ext cx="40259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25" dirty="0">
                <a:latin typeface="Arial MT"/>
                <a:cs typeface="Arial MT"/>
              </a:rPr>
              <a:t>vetor</a:t>
            </a:r>
            <a:r>
              <a:rPr sz="1000" spc="-45" dirty="0">
                <a:latin typeface="Arial MT"/>
                <a:cs typeface="Arial MT"/>
              </a:rPr>
              <a:t> </a:t>
            </a:r>
            <a:r>
              <a:rPr sz="1000" spc="-50" dirty="0">
                <a:latin typeface="Arial MT"/>
                <a:cs typeface="Arial MT"/>
              </a:rPr>
              <a:t>A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66" name="object 66"/>
          <p:cNvSpPr/>
          <p:nvPr/>
        </p:nvSpPr>
        <p:spPr>
          <a:xfrm>
            <a:off x="2019525" y="2369206"/>
            <a:ext cx="497205" cy="433705"/>
          </a:xfrm>
          <a:custGeom>
            <a:avLst/>
            <a:gdLst/>
            <a:ahLst/>
            <a:cxnLst/>
            <a:rect l="l" t="t" r="r" b="b"/>
            <a:pathLst>
              <a:path w="497205" h="433705">
                <a:moveTo>
                  <a:pt x="293492" y="228068"/>
                </a:moveTo>
                <a:lnTo>
                  <a:pt x="257211" y="20650"/>
                </a:lnTo>
                <a:lnTo>
                  <a:pt x="253132" y="5162"/>
                </a:lnTo>
                <a:lnTo>
                  <a:pt x="248492" y="0"/>
                </a:lnTo>
                <a:lnTo>
                  <a:pt x="243852" y="5162"/>
                </a:lnTo>
                <a:lnTo>
                  <a:pt x="239773" y="20650"/>
                </a:lnTo>
                <a:lnTo>
                  <a:pt x="203491" y="228068"/>
                </a:lnTo>
                <a:lnTo>
                  <a:pt x="50610" y="228068"/>
                </a:lnTo>
                <a:lnTo>
                  <a:pt x="30910" y="232045"/>
                </a:lnTo>
                <a:lnTo>
                  <a:pt x="14823" y="242891"/>
                </a:lnTo>
                <a:lnTo>
                  <a:pt x="3977" y="258978"/>
                </a:lnTo>
                <a:lnTo>
                  <a:pt x="0" y="278678"/>
                </a:lnTo>
                <a:lnTo>
                  <a:pt x="0" y="382923"/>
                </a:lnTo>
                <a:lnTo>
                  <a:pt x="3977" y="402623"/>
                </a:lnTo>
                <a:lnTo>
                  <a:pt x="14823" y="418710"/>
                </a:lnTo>
                <a:lnTo>
                  <a:pt x="30910" y="429557"/>
                </a:lnTo>
                <a:lnTo>
                  <a:pt x="50610" y="433534"/>
                </a:lnTo>
                <a:lnTo>
                  <a:pt x="446373" y="433534"/>
                </a:lnTo>
                <a:lnTo>
                  <a:pt x="466074" y="429557"/>
                </a:lnTo>
                <a:lnTo>
                  <a:pt x="482161" y="418710"/>
                </a:lnTo>
                <a:lnTo>
                  <a:pt x="493007" y="402623"/>
                </a:lnTo>
                <a:lnTo>
                  <a:pt x="496984" y="382923"/>
                </a:lnTo>
                <a:lnTo>
                  <a:pt x="496984" y="278678"/>
                </a:lnTo>
                <a:lnTo>
                  <a:pt x="493007" y="258978"/>
                </a:lnTo>
                <a:lnTo>
                  <a:pt x="482161" y="242891"/>
                </a:lnTo>
                <a:lnTo>
                  <a:pt x="466074" y="232045"/>
                </a:lnTo>
                <a:lnTo>
                  <a:pt x="446373" y="228068"/>
                </a:lnTo>
                <a:lnTo>
                  <a:pt x="293492" y="228068"/>
                </a:lnTo>
                <a:close/>
              </a:path>
            </a:pathLst>
          </a:custGeom>
          <a:ln w="50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 txBox="1"/>
          <p:nvPr/>
        </p:nvSpPr>
        <p:spPr>
          <a:xfrm>
            <a:off x="2067534" y="2601904"/>
            <a:ext cx="40132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25" dirty="0">
                <a:latin typeface="Arial MT"/>
                <a:cs typeface="Arial MT"/>
              </a:rPr>
              <a:t>vetor</a:t>
            </a:r>
            <a:r>
              <a:rPr sz="1000" spc="-45" dirty="0">
                <a:latin typeface="Arial MT"/>
                <a:cs typeface="Arial MT"/>
              </a:rPr>
              <a:t> </a:t>
            </a:r>
            <a:r>
              <a:rPr sz="1000" spc="-50" dirty="0">
                <a:latin typeface="Arial MT"/>
                <a:cs typeface="Arial MT"/>
              </a:rPr>
              <a:t>B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68" name="object 68"/>
          <p:cNvSpPr/>
          <p:nvPr/>
        </p:nvSpPr>
        <p:spPr>
          <a:xfrm>
            <a:off x="3959685" y="2369206"/>
            <a:ext cx="504825" cy="433705"/>
          </a:xfrm>
          <a:custGeom>
            <a:avLst/>
            <a:gdLst/>
            <a:ahLst/>
            <a:cxnLst/>
            <a:rect l="l" t="t" r="r" b="b"/>
            <a:pathLst>
              <a:path w="504825" h="433705">
                <a:moveTo>
                  <a:pt x="297352" y="228068"/>
                </a:moveTo>
                <a:lnTo>
                  <a:pt x="261070" y="20650"/>
                </a:lnTo>
                <a:lnTo>
                  <a:pt x="256991" y="5162"/>
                </a:lnTo>
                <a:lnTo>
                  <a:pt x="252351" y="0"/>
                </a:lnTo>
                <a:lnTo>
                  <a:pt x="247711" y="5162"/>
                </a:lnTo>
                <a:lnTo>
                  <a:pt x="243632" y="20650"/>
                </a:lnTo>
                <a:lnTo>
                  <a:pt x="207351" y="228068"/>
                </a:lnTo>
                <a:lnTo>
                  <a:pt x="50610" y="228068"/>
                </a:lnTo>
                <a:lnTo>
                  <a:pt x="30910" y="232045"/>
                </a:lnTo>
                <a:lnTo>
                  <a:pt x="14823" y="242891"/>
                </a:lnTo>
                <a:lnTo>
                  <a:pt x="3977" y="258978"/>
                </a:lnTo>
                <a:lnTo>
                  <a:pt x="0" y="278678"/>
                </a:lnTo>
                <a:lnTo>
                  <a:pt x="0" y="382923"/>
                </a:lnTo>
                <a:lnTo>
                  <a:pt x="3977" y="402623"/>
                </a:lnTo>
                <a:lnTo>
                  <a:pt x="14823" y="418710"/>
                </a:lnTo>
                <a:lnTo>
                  <a:pt x="30910" y="429557"/>
                </a:lnTo>
                <a:lnTo>
                  <a:pt x="50610" y="433534"/>
                </a:lnTo>
                <a:lnTo>
                  <a:pt x="454092" y="433534"/>
                </a:lnTo>
                <a:lnTo>
                  <a:pt x="473792" y="429557"/>
                </a:lnTo>
                <a:lnTo>
                  <a:pt x="489879" y="418710"/>
                </a:lnTo>
                <a:lnTo>
                  <a:pt x="500725" y="402623"/>
                </a:lnTo>
                <a:lnTo>
                  <a:pt x="504703" y="382923"/>
                </a:lnTo>
                <a:lnTo>
                  <a:pt x="504703" y="278678"/>
                </a:lnTo>
                <a:lnTo>
                  <a:pt x="500725" y="258978"/>
                </a:lnTo>
                <a:lnTo>
                  <a:pt x="489879" y="242891"/>
                </a:lnTo>
                <a:lnTo>
                  <a:pt x="473792" y="232045"/>
                </a:lnTo>
                <a:lnTo>
                  <a:pt x="454092" y="228068"/>
                </a:lnTo>
                <a:lnTo>
                  <a:pt x="297352" y="228068"/>
                </a:lnTo>
                <a:close/>
              </a:path>
            </a:pathLst>
          </a:custGeom>
          <a:ln w="50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 txBox="1"/>
          <p:nvPr/>
        </p:nvSpPr>
        <p:spPr>
          <a:xfrm>
            <a:off x="4007675" y="2601904"/>
            <a:ext cx="40894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25" dirty="0">
                <a:latin typeface="Arial MT"/>
                <a:cs typeface="Arial MT"/>
              </a:rPr>
              <a:t>vetor</a:t>
            </a:r>
            <a:r>
              <a:rPr sz="1000" spc="-45" dirty="0">
                <a:latin typeface="Arial MT"/>
                <a:cs typeface="Arial MT"/>
              </a:rPr>
              <a:t> </a:t>
            </a:r>
            <a:r>
              <a:rPr sz="1000" spc="-50" dirty="0">
                <a:latin typeface="Arial MT"/>
                <a:cs typeface="Arial MT"/>
              </a:rPr>
              <a:t>C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70" name="object 70"/>
          <p:cNvSpPr/>
          <p:nvPr/>
        </p:nvSpPr>
        <p:spPr>
          <a:xfrm>
            <a:off x="0" y="3202038"/>
            <a:ext cx="5760085" cy="38100"/>
          </a:xfrm>
          <a:custGeom>
            <a:avLst/>
            <a:gdLst/>
            <a:ahLst/>
            <a:cxnLst/>
            <a:rect l="l" t="t" r="r" b="b"/>
            <a:pathLst>
              <a:path w="5760085" h="38100">
                <a:moveTo>
                  <a:pt x="5759996" y="12"/>
                </a:moveTo>
                <a:lnTo>
                  <a:pt x="0" y="12"/>
                </a:lnTo>
                <a:lnTo>
                  <a:pt x="0" y="37972"/>
                </a:lnTo>
                <a:lnTo>
                  <a:pt x="5759996" y="37972"/>
                </a:lnTo>
                <a:lnTo>
                  <a:pt x="5759996" y="12"/>
                </a:lnTo>
                <a:close/>
              </a:path>
            </a:pathLst>
          </a:custGeom>
          <a:solidFill>
            <a:srgbClr val="00AC8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fld id="{81D60167-4931-47E6-BA6A-407CBD079E47}" type="slidenum">
              <a:rPr spc="-25" dirty="0"/>
              <a:t>29</a:t>
            </a:fld>
            <a:endParaRPr spc="-25" dirty="0"/>
          </a:p>
        </p:txBody>
      </p:sp>
    </p:spTree>
  </p:cSld>
  <p:clrMapOvr>
    <a:masterClrMapping/>
  </p:clrMapOvr>
  <p:transition>
    <p:cut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1292" y="1710124"/>
            <a:ext cx="3513608" cy="645689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05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Obrigado</a:t>
            </a:r>
            <a:endParaRPr sz="205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05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1724</Words>
  <Application>Microsoft Office PowerPoint</Application>
  <PresentationFormat>Personalizar</PresentationFormat>
  <Paragraphs>380</Paragraphs>
  <Slides>30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30</vt:i4>
      </vt:variant>
    </vt:vector>
  </HeadingPairs>
  <TitlesOfParts>
    <vt:vector size="38" baseType="lpstr">
      <vt:lpstr>MingLiU_HKSCS-ExtB</vt:lpstr>
      <vt:lpstr>Arial</vt:lpstr>
      <vt:lpstr>Arial MT</vt:lpstr>
      <vt:lpstr>Calibri</vt:lpstr>
      <vt:lpstr>Cambria</vt:lpstr>
      <vt:lpstr>Tahoma</vt:lpstr>
      <vt:lpstr>Times New Roman</vt:lpstr>
      <vt:lpstr>Office Theme</vt:lpstr>
      <vt:lpstr>Apresentação do PowerPoint</vt:lpstr>
      <vt:lpstr>Apresentação do PowerPoint</vt:lpstr>
      <vt:lpstr>Apresentação do PowerPoint</vt:lpstr>
      <vt:lpstr>Problema</vt:lpstr>
      <vt:lpstr>Problema</vt:lpstr>
      <vt:lpstr>Problema</vt:lpstr>
      <vt:lpstr>Problema</vt:lpstr>
      <vt:lpstr>Vetores</vt:lpstr>
      <vt:lpstr>Sintaxe</vt:lpstr>
      <vt:lpstr>Valores e Índices valores</vt:lpstr>
      <vt:lpstr>Valores e Índices</vt:lpstr>
      <vt:lpstr>Vetores e loops</vt:lpstr>
      <vt:lpstr>Vetores e loops: Simulação</vt:lpstr>
      <vt:lpstr>Vetores e loops</vt:lpstr>
      <vt:lpstr>Exemplo</vt:lpstr>
      <vt:lpstr>Exercício 1</vt:lpstr>
      <vt:lpstr>Apresentação do PowerPoint</vt:lpstr>
      <vt:lpstr>Declaração e Inicialização de Vetores</vt:lpstr>
      <vt:lpstr>Atribuição e impressão</vt:lpstr>
      <vt:lpstr>Exemplo 2</vt:lpstr>
      <vt:lpstr>Exercício 2</vt:lpstr>
      <vt:lpstr>Exercício 3</vt:lpstr>
      <vt:lpstr>Comprimento do vetor</vt:lpstr>
      <vt:lpstr>Comprimento de um vetor</vt:lpstr>
      <vt:lpstr>Comprimento de um vetor</vt:lpstr>
      <vt:lpstr>Exercícios</vt:lpstr>
      <vt:lpstr>Exercício 4</vt:lpstr>
      <vt:lpstr>Exercício 5</vt:lpstr>
      <vt:lpstr>Exercício 6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Vetores (Arrays) - Programação de Soluções Computacionais</dc:title>
  <dc:creator>Prof. Dr. Charles Ferreira</dc:creator>
  <cp:lastModifiedBy>GUILHERME DUARTE DE BARROS</cp:lastModifiedBy>
  <cp:revision>1</cp:revision>
  <dcterms:created xsi:type="dcterms:W3CDTF">2024-04-16T20:43:47Z</dcterms:created>
  <dcterms:modified xsi:type="dcterms:W3CDTF">2025-03-19T14:35:12Z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2022-04-01T00:00:00Z</vt:filetime>
  </property>
  <property fmtid="{D5CDD505-2E9C-101B-9397-08002B2CF9AE}" pid="3" name="Creator">
    <vt:lpwstr>LaTeX with Beamer class</vt:lpwstr>
  </property>
  <property fmtid="{D5CDD505-2E9C-101B-9397-08002B2CF9AE}" pid="4" name="LastSaved">
    <vt:filetime>2024-04-16T00:00:00Z</vt:filetime>
  </property>
  <property fmtid="{D5CDD505-2E9C-101B-9397-08002B2CF9AE}" pid="5" name="PTEX.Fullbanner">
    <vt:lpwstr>This is pdfTeX, Version 3.14159265-2.6-1.40.20 (TeX Live 2019/Debian) kpathsea version 6.3.1</vt:lpwstr>
  </property>
  <property fmtid="{D5CDD505-2E9C-101B-9397-08002B2CF9AE}" pid="6" name="Producer">
    <vt:lpwstr>pdfTeX-1.40.20</vt:lpwstr>
  </property>
</Properties>
</file>